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8"/>
  </p:notesMasterIdLst>
  <p:handoutMasterIdLst>
    <p:handoutMasterId r:id="rId9"/>
  </p:handoutMasterIdLst>
  <p:sldIdLst>
    <p:sldId id="272" r:id="rId2"/>
    <p:sldId id="273" r:id="rId3"/>
    <p:sldId id="274" r:id="rId4"/>
    <p:sldId id="266" r:id="rId5"/>
    <p:sldId id="414" r:id="rId6"/>
    <p:sldId id="31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A2220E-EAF1-36E2-996E-E941808F1272}" name="Emily Cullen" initials="EC" userId="S::emilyc@foresightfactory.co::b70753b4-59c5-4412-9192-e5ab11c768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7AA9"/>
    <a:srgbClr val="5C3D81"/>
    <a:srgbClr val="765C96"/>
    <a:srgbClr val="431F6E"/>
    <a:srgbClr val="F37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4" autoAdjust="0"/>
  </p:normalViewPr>
  <p:slideViewPr>
    <p:cSldViewPr>
      <p:cViewPr varScale="1">
        <p:scale>
          <a:sx n="92" d="100"/>
          <a:sy n="92" d="100"/>
        </p:scale>
        <p:origin x="1422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2976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63" Type="http://schemas.openxmlformats.org/officeDocument/2006/relationships/customXml+xml" Target="../customXml/item3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62" Type="http://schemas.openxmlformats.org/officeDocument/2006/relationships/customXml+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customXmll+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

</file>

<file path=ppt/comments/modernComment_145_C73B0D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69C85A-BB49-47B8-94A9-DFEC57DBBD31}" authorId="{1BA2220E-EAF1-36E2-996E-E941808F1272}" created="2022-07-07T12:59:26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42536014" sldId="325"/>
      <ac:spMk id="40" creationId="{1F63B656-ED1F-A95B-D736-D0F4C45A8B98}"/>
    </ac:deMkLst>
    <p188:txBody>
      <a:bodyPr/>
      <a:lstStyle/>
      <a:p>
        <a:r>
          <a:rPr lang="en-GB"/>
          <a:t>cover image tbc</a:t>
        </a:r>
      </a:p>
    </p188:txBody>
  </p188:cm>
  <p188:cm id="{A76B94FD-9AE5-4192-BFFB-D585490A37B9}" authorId="{1BA2220E-EAF1-36E2-996E-E941808F1272}" created="2022-07-07T13:21:23.898">
    <pc:sldMkLst xmlns:pc="http://schemas.microsoft.com/office/powerpoint/2013/main/command">
      <pc:docMk/>
      <pc:sldMk cId="3342536014" sldId="325"/>
    </pc:sldMkLst>
    <p188:pos x="4486275" y="4025900"/>
    <p188:txBody>
      <a:bodyPr/>
      <a:lstStyle/>
      <a:p>
        <a:r>
          <a:rPr lang="en-GB"/>
          <a:t>text taken from question, audience, market specified</a:t>
        </a:r>
      </a:p>
    </p188:txBody>
  </p188:cm>
</p188:cmLst>
</file>

<file path=ppt/comments/modernComment_AD0_4A3415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67954C-DB90-4155-9FC1-96260E4EEBB1}" authorId="{1BA2220E-EAF1-36E2-996E-E941808F1272}" created="2022-07-07T13:41:19.759">
    <pc:sldMkLst xmlns:pc="http://schemas.microsoft.com/office/powerpoint/2013/main/command">
      <pc:docMk/>
      <pc:sldMk cId="1244927296" sldId="2768"/>
    </pc:sldMkLst>
    <p188:txBody>
      <a:bodyPr/>
      <a:lstStyle/>
      <a:p>
        <a:r>
          <a:rPr lang="en-GB"/>
          <a:t>As above, to illustrate with more Trends</a:t>
        </a:r>
      </a:p>
    </p188:txBody>
  </p188:cm>
</p188:cmLst>
</file>

<file path=ppt/comments/modernComment_AD1_23A26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016D25-BAB3-4C3B-8383-CCF2E2B02BF5}" authorId="{1BA2220E-EAF1-36E2-996E-E941808F1272}" created="2022-07-07T13:40:36.1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365330" sldId="2769"/>
      <ac:spMk id="5" creationId="{5A2A17F5-BDB6-3277-82F6-DE5BCCE429BF}"/>
    </ac:deMkLst>
    <p188:txBody>
      <a:bodyPr/>
      <a:lstStyle/>
      <a:p>
        <a:r>
          <a:rPr lang="en-GB"/>
          <a:t>additional slides can be introduced as needed, same styling, numbers continue to run as high as required</a:t>
        </a:r>
      </a:p>
    </p188:txBody>
  </p188:cm>
  <p188:cm id="{B13BE74A-B089-4C78-901B-DCC50A7DF46E}" authorId="{1BA2220E-EAF1-36E2-996E-E941808F1272}" created="2022-07-07T13:40:54.3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365330" sldId="2769"/>
      <ac:spMk id="5" creationId="{5A2A17F5-BDB6-3277-82F6-DE5BCCE429BF}"/>
    </ac:deMkLst>
    <p188:txBody>
      <a:bodyPr/>
      <a:lstStyle/>
      <a:p>
        <a:r>
          <a:rPr lang="en-GB"/>
          <a:t>Numbers should not be bold, and should be in standard dark purple (not bright)</a:t>
        </a:r>
      </a:p>
    </p188:txBody>
  </p188:cm>
  <p188:cm id="{CC0086BA-4831-482B-8056-C92A4B3C20CA}" authorId="{1BA2220E-EAF1-36E2-996E-E941808F1272}" created="2022-07-07T14:05:10.144">
    <pc:sldMkLst xmlns:pc="http://schemas.microsoft.com/office/powerpoint/2013/main/command">
      <pc:docMk/>
      <pc:sldMk cId="37365330" sldId="2769"/>
    </pc:sldMkLst>
    <p188:pos x="463550" y="1374775"/>
    <p188:txBody>
      <a:bodyPr/>
      <a:lstStyle/>
      <a:p>
        <a:r>
          <a:rPr lang="en-GB"/>
          <a:t> hyperlink to the trend page on main Collision site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D52B45-4A25-4F6F-B11C-72B8870262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F9B9A-9EBD-483D-950E-DF717290EA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97744-BA97-4D45-8EDD-3C10398B4E6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72D0C-BF7A-4399-AEC3-6704E88EEC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8C850-767E-405D-84C5-90D2E293B4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1DEA9-256C-42BB-B954-DC434C289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952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CFFA1-E31C-4403-BF25-43564C874A0C}" type="datetimeFigureOut">
              <a:rPr lang="en-US" smtClean="0"/>
              <a:pPr/>
              <a:t>11/17/2020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35922-4DB2-4CEA-8099-5FF0C7F3A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mailto:collision-help@foresightfactory.co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4843A4D9-7D02-4B9F-8891-F981F175861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35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ubtitle_element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3644900"/>
            <a:ext cx="4321175" cy="10808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2000" b="1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&lt;TREND SUBTITLE&gt;</a:t>
            </a:r>
            <a:endParaRPr lang="en-GB" dirty="0"/>
          </a:p>
        </p:txBody>
      </p:sp>
      <p:sp>
        <p:nvSpPr>
          <p:cNvPr id="30" name="title_element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2887663"/>
            <a:ext cx="4321175" cy="61277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800" b="1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&lt;TREND TITLE&gt;</a:t>
            </a:r>
            <a:endParaRPr lang="en-GB" dirty="0"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88911AB0-5713-4626-B4FC-E62DE9868EF2}"/>
              </a:ext>
            </a:extLst>
          </p:cNvPr>
          <p:cNvSpPr/>
          <p:nvPr userDrawn="1"/>
        </p:nvSpPr>
        <p:spPr>
          <a:xfrm>
            <a:off x="250825" y="1052513"/>
            <a:ext cx="864235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txBody>
          <a:bodyPr lIns="22859" tIns="22859" rIns="22859" bIns="22859"/>
          <a:lstStyle/>
          <a:p>
            <a:endParaRPr sz="800"/>
          </a:p>
        </p:txBody>
      </p:sp>
      <p:grpSp>
        <p:nvGrpSpPr>
          <p:cNvPr id="9" name="ff_logo">
            <a:extLst>
              <a:ext uri="{FF2B5EF4-FFF2-40B4-BE49-F238E27FC236}">
                <a16:creationId xmlns:a16="http://schemas.microsoft.com/office/drawing/2014/main" id="{B4A6FA1E-2E76-48E1-A0AC-395521969D2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57721" y="276637"/>
            <a:ext cx="2003526" cy="596488"/>
            <a:chOff x="232" y="888"/>
            <a:chExt cx="4736" cy="1410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1DBE399-0F40-4417-9234-B2C5A7844E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0" y="1471"/>
              <a:ext cx="326" cy="277"/>
            </a:xfrm>
            <a:custGeom>
              <a:avLst/>
              <a:gdLst>
                <a:gd name="T0" fmla="*/ 102 w 137"/>
                <a:gd name="T1" fmla="*/ 2 h 116"/>
                <a:gd name="T2" fmla="*/ 102 w 137"/>
                <a:gd name="T3" fmla="*/ 12 h 116"/>
                <a:gd name="T4" fmla="*/ 63 w 137"/>
                <a:gd name="T5" fmla="*/ 0 h 116"/>
                <a:gd name="T6" fmla="*/ 0 w 137"/>
                <a:gd name="T7" fmla="*/ 58 h 116"/>
                <a:gd name="T8" fmla="*/ 63 w 137"/>
                <a:gd name="T9" fmla="*/ 116 h 116"/>
                <a:gd name="T10" fmla="*/ 102 w 137"/>
                <a:gd name="T11" fmla="*/ 104 h 116"/>
                <a:gd name="T12" fmla="*/ 102 w 137"/>
                <a:gd name="T13" fmla="*/ 113 h 116"/>
                <a:gd name="T14" fmla="*/ 137 w 137"/>
                <a:gd name="T15" fmla="*/ 113 h 116"/>
                <a:gd name="T16" fmla="*/ 137 w 137"/>
                <a:gd name="T17" fmla="*/ 2 h 116"/>
                <a:gd name="T18" fmla="*/ 102 w 137"/>
                <a:gd name="T19" fmla="*/ 2 h 116"/>
                <a:gd name="T20" fmla="*/ 70 w 137"/>
                <a:gd name="T21" fmla="*/ 88 h 116"/>
                <a:gd name="T22" fmla="*/ 36 w 137"/>
                <a:gd name="T23" fmla="*/ 58 h 116"/>
                <a:gd name="T24" fmla="*/ 70 w 137"/>
                <a:gd name="T25" fmla="*/ 28 h 116"/>
                <a:gd name="T26" fmla="*/ 104 w 137"/>
                <a:gd name="T27" fmla="*/ 58 h 116"/>
                <a:gd name="T28" fmla="*/ 70 w 137"/>
                <a:gd name="T29" fmla="*/ 8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7" h="116">
                  <a:moveTo>
                    <a:pt x="102" y="2"/>
                  </a:moveTo>
                  <a:cubicBezTo>
                    <a:pt x="102" y="12"/>
                    <a:pt x="102" y="12"/>
                    <a:pt x="102" y="12"/>
                  </a:cubicBezTo>
                  <a:cubicBezTo>
                    <a:pt x="92" y="5"/>
                    <a:pt x="80" y="0"/>
                    <a:pt x="63" y="0"/>
                  </a:cubicBezTo>
                  <a:cubicBezTo>
                    <a:pt x="42" y="0"/>
                    <a:pt x="0" y="12"/>
                    <a:pt x="0" y="58"/>
                  </a:cubicBezTo>
                  <a:cubicBezTo>
                    <a:pt x="0" y="103"/>
                    <a:pt x="42" y="116"/>
                    <a:pt x="63" y="116"/>
                  </a:cubicBezTo>
                  <a:cubicBezTo>
                    <a:pt x="80" y="116"/>
                    <a:pt x="92" y="111"/>
                    <a:pt x="102" y="104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137" y="113"/>
                    <a:pt x="137" y="113"/>
                    <a:pt x="137" y="113"/>
                  </a:cubicBezTo>
                  <a:cubicBezTo>
                    <a:pt x="137" y="2"/>
                    <a:pt x="137" y="2"/>
                    <a:pt x="137" y="2"/>
                  </a:cubicBezTo>
                  <a:lnTo>
                    <a:pt x="102" y="2"/>
                  </a:lnTo>
                  <a:close/>
                  <a:moveTo>
                    <a:pt x="70" y="88"/>
                  </a:moveTo>
                  <a:cubicBezTo>
                    <a:pt x="50" y="88"/>
                    <a:pt x="36" y="75"/>
                    <a:pt x="36" y="58"/>
                  </a:cubicBezTo>
                  <a:cubicBezTo>
                    <a:pt x="36" y="39"/>
                    <a:pt x="50" y="28"/>
                    <a:pt x="70" y="28"/>
                  </a:cubicBezTo>
                  <a:cubicBezTo>
                    <a:pt x="90" y="28"/>
                    <a:pt x="104" y="40"/>
                    <a:pt x="104" y="58"/>
                  </a:cubicBezTo>
                  <a:cubicBezTo>
                    <a:pt x="104" y="77"/>
                    <a:pt x="91" y="88"/>
                    <a:pt x="70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DA6A5D-6877-428A-B254-6A1BD2EC2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386"/>
              <a:ext cx="256" cy="354"/>
            </a:xfrm>
            <a:custGeom>
              <a:avLst/>
              <a:gdLst>
                <a:gd name="T0" fmla="*/ 31 w 108"/>
                <a:gd name="T1" fmla="*/ 113 h 149"/>
                <a:gd name="T2" fmla="*/ 31 w 108"/>
                <a:gd name="T3" fmla="*/ 65 h 149"/>
                <a:gd name="T4" fmla="*/ 0 w 108"/>
                <a:gd name="T5" fmla="*/ 65 h 149"/>
                <a:gd name="T6" fmla="*/ 0 w 108"/>
                <a:gd name="T7" fmla="*/ 38 h 149"/>
                <a:gd name="T8" fmla="*/ 31 w 108"/>
                <a:gd name="T9" fmla="*/ 38 h 149"/>
                <a:gd name="T10" fmla="*/ 31 w 108"/>
                <a:gd name="T11" fmla="*/ 0 h 149"/>
                <a:gd name="T12" fmla="*/ 67 w 108"/>
                <a:gd name="T13" fmla="*/ 0 h 149"/>
                <a:gd name="T14" fmla="*/ 67 w 108"/>
                <a:gd name="T15" fmla="*/ 38 h 149"/>
                <a:gd name="T16" fmla="*/ 108 w 108"/>
                <a:gd name="T17" fmla="*/ 38 h 149"/>
                <a:gd name="T18" fmla="*/ 108 w 108"/>
                <a:gd name="T19" fmla="*/ 65 h 149"/>
                <a:gd name="T20" fmla="*/ 67 w 108"/>
                <a:gd name="T21" fmla="*/ 65 h 149"/>
                <a:gd name="T22" fmla="*/ 67 w 108"/>
                <a:gd name="T23" fmla="*/ 122 h 149"/>
                <a:gd name="T24" fmla="*/ 83 w 108"/>
                <a:gd name="T25" fmla="*/ 122 h 149"/>
                <a:gd name="T26" fmla="*/ 106 w 108"/>
                <a:gd name="T27" fmla="*/ 122 h 149"/>
                <a:gd name="T28" fmla="*/ 106 w 108"/>
                <a:gd name="T29" fmla="*/ 149 h 149"/>
                <a:gd name="T30" fmla="*/ 71 w 108"/>
                <a:gd name="T31" fmla="*/ 149 h 149"/>
                <a:gd name="T32" fmla="*/ 31 w 108"/>
                <a:gd name="T33" fmla="*/ 11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8" h="149">
                  <a:moveTo>
                    <a:pt x="31" y="113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2"/>
                    <a:pt x="67" y="122"/>
                    <a:pt x="67" y="122"/>
                  </a:cubicBezTo>
                  <a:cubicBezTo>
                    <a:pt x="83" y="122"/>
                    <a:pt x="83" y="122"/>
                    <a:pt x="83" y="122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49"/>
                    <a:pt x="106" y="149"/>
                    <a:pt x="106" y="149"/>
                  </a:cubicBezTo>
                  <a:cubicBezTo>
                    <a:pt x="106" y="149"/>
                    <a:pt x="86" y="149"/>
                    <a:pt x="71" y="149"/>
                  </a:cubicBezTo>
                  <a:cubicBezTo>
                    <a:pt x="40" y="149"/>
                    <a:pt x="31" y="136"/>
                    <a:pt x="3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0D682F6-B003-4E3C-9208-E0EB6BB9B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374"/>
              <a:ext cx="344" cy="366"/>
            </a:xfrm>
            <a:custGeom>
              <a:avLst/>
              <a:gdLst>
                <a:gd name="T0" fmla="*/ 0 w 344"/>
                <a:gd name="T1" fmla="*/ 0 h 366"/>
                <a:gd name="T2" fmla="*/ 344 w 344"/>
                <a:gd name="T3" fmla="*/ 0 h 366"/>
                <a:gd name="T4" fmla="*/ 344 w 344"/>
                <a:gd name="T5" fmla="*/ 73 h 366"/>
                <a:gd name="T6" fmla="*/ 88 w 344"/>
                <a:gd name="T7" fmla="*/ 73 h 366"/>
                <a:gd name="T8" fmla="*/ 88 w 344"/>
                <a:gd name="T9" fmla="*/ 157 h 366"/>
                <a:gd name="T10" fmla="*/ 299 w 344"/>
                <a:gd name="T11" fmla="*/ 157 h 366"/>
                <a:gd name="T12" fmla="*/ 299 w 344"/>
                <a:gd name="T13" fmla="*/ 226 h 366"/>
                <a:gd name="T14" fmla="*/ 88 w 344"/>
                <a:gd name="T15" fmla="*/ 226 h 366"/>
                <a:gd name="T16" fmla="*/ 88 w 344"/>
                <a:gd name="T17" fmla="*/ 366 h 366"/>
                <a:gd name="T18" fmla="*/ 0 w 344"/>
                <a:gd name="T19" fmla="*/ 366 h 366"/>
                <a:gd name="T20" fmla="*/ 0 w 344"/>
                <a:gd name="T2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6">
                  <a:moveTo>
                    <a:pt x="0" y="0"/>
                  </a:moveTo>
                  <a:lnTo>
                    <a:pt x="344" y="0"/>
                  </a:lnTo>
                  <a:lnTo>
                    <a:pt x="344" y="73"/>
                  </a:lnTo>
                  <a:lnTo>
                    <a:pt x="88" y="73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6"/>
                  </a:lnTo>
                  <a:lnTo>
                    <a:pt x="88" y="226"/>
                  </a:lnTo>
                  <a:lnTo>
                    <a:pt x="88" y="366"/>
                  </a:lnTo>
                  <a:lnTo>
                    <a:pt x="0" y="3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0845E530-87E8-43AC-B98E-B0F815453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471"/>
              <a:ext cx="318" cy="277"/>
            </a:xfrm>
            <a:custGeom>
              <a:avLst/>
              <a:gdLst>
                <a:gd name="T0" fmla="*/ 0 w 134"/>
                <a:gd name="T1" fmla="*/ 58 h 116"/>
                <a:gd name="T2" fmla="*/ 70 w 134"/>
                <a:gd name="T3" fmla="*/ 0 h 116"/>
                <a:gd name="T4" fmla="*/ 134 w 134"/>
                <a:gd name="T5" fmla="*/ 34 h 116"/>
                <a:gd name="T6" fmla="*/ 101 w 134"/>
                <a:gd name="T7" fmla="*/ 44 h 116"/>
                <a:gd name="T8" fmla="*/ 70 w 134"/>
                <a:gd name="T9" fmla="*/ 28 h 116"/>
                <a:gd name="T10" fmla="*/ 37 w 134"/>
                <a:gd name="T11" fmla="*/ 58 h 116"/>
                <a:gd name="T12" fmla="*/ 69 w 134"/>
                <a:gd name="T13" fmla="*/ 88 h 116"/>
                <a:gd name="T14" fmla="*/ 102 w 134"/>
                <a:gd name="T15" fmla="*/ 70 h 116"/>
                <a:gd name="T16" fmla="*/ 134 w 134"/>
                <a:gd name="T17" fmla="*/ 81 h 116"/>
                <a:gd name="T18" fmla="*/ 67 w 134"/>
                <a:gd name="T19" fmla="*/ 116 h 116"/>
                <a:gd name="T20" fmla="*/ 0 w 134"/>
                <a:gd name="T21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116">
                  <a:moveTo>
                    <a:pt x="0" y="58"/>
                  </a:moveTo>
                  <a:cubicBezTo>
                    <a:pt x="0" y="12"/>
                    <a:pt x="42" y="0"/>
                    <a:pt x="70" y="0"/>
                  </a:cubicBezTo>
                  <a:cubicBezTo>
                    <a:pt x="103" y="0"/>
                    <a:pt x="125" y="12"/>
                    <a:pt x="134" y="3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96" y="34"/>
                    <a:pt x="85" y="28"/>
                    <a:pt x="70" y="28"/>
                  </a:cubicBezTo>
                  <a:cubicBezTo>
                    <a:pt x="51" y="28"/>
                    <a:pt x="37" y="38"/>
                    <a:pt x="37" y="58"/>
                  </a:cubicBezTo>
                  <a:cubicBezTo>
                    <a:pt x="37" y="75"/>
                    <a:pt x="49" y="88"/>
                    <a:pt x="69" y="88"/>
                  </a:cubicBezTo>
                  <a:cubicBezTo>
                    <a:pt x="78" y="88"/>
                    <a:pt x="95" y="85"/>
                    <a:pt x="102" y="70"/>
                  </a:cubicBezTo>
                  <a:cubicBezTo>
                    <a:pt x="134" y="81"/>
                    <a:pt x="134" y="81"/>
                    <a:pt x="134" y="81"/>
                  </a:cubicBezTo>
                  <a:cubicBezTo>
                    <a:pt x="127" y="98"/>
                    <a:pt x="105" y="116"/>
                    <a:pt x="67" y="116"/>
                  </a:cubicBezTo>
                  <a:cubicBezTo>
                    <a:pt x="37" y="116"/>
                    <a:pt x="0" y="102"/>
                    <a:pt x="0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9478313-A0B5-47BD-B57E-E1D0A04A8B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5" y="1471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0 w 141"/>
                <a:gd name="T3" fmla="*/ 0 h 116"/>
                <a:gd name="T4" fmla="*/ 141 w 141"/>
                <a:gd name="T5" fmla="*/ 58 h 116"/>
                <a:gd name="T6" fmla="*/ 70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0 w 141"/>
                <a:gd name="T13" fmla="*/ 28 h 116"/>
                <a:gd name="T14" fmla="*/ 36 w 141"/>
                <a:gd name="T15" fmla="*/ 58 h 116"/>
                <a:gd name="T16" fmla="*/ 70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2"/>
                    <a:pt x="40" y="0"/>
                    <a:pt x="70" y="0"/>
                  </a:cubicBezTo>
                  <a:cubicBezTo>
                    <a:pt x="101" y="0"/>
                    <a:pt x="141" y="12"/>
                    <a:pt x="141" y="58"/>
                  </a:cubicBezTo>
                  <a:cubicBezTo>
                    <a:pt x="141" y="102"/>
                    <a:pt x="101" y="116"/>
                    <a:pt x="70" y="116"/>
                  </a:cubicBezTo>
                  <a:cubicBezTo>
                    <a:pt x="40" y="116"/>
                    <a:pt x="0" y="102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8"/>
                    <a:pt x="70" y="28"/>
                  </a:cubicBezTo>
                  <a:cubicBezTo>
                    <a:pt x="50" y="28"/>
                    <a:pt x="36" y="39"/>
                    <a:pt x="36" y="58"/>
                  </a:cubicBezTo>
                  <a:cubicBezTo>
                    <a:pt x="36" y="75"/>
                    <a:pt x="50" y="88"/>
                    <a:pt x="70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4F98E3D1-AC48-4195-B4E7-E983FFE4B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469"/>
              <a:ext cx="216" cy="271"/>
            </a:xfrm>
            <a:custGeom>
              <a:avLst/>
              <a:gdLst>
                <a:gd name="T0" fmla="*/ 0 w 91"/>
                <a:gd name="T1" fmla="*/ 3 h 114"/>
                <a:gd name="T2" fmla="*/ 36 w 91"/>
                <a:gd name="T3" fmla="*/ 3 h 114"/>
                <a:gd name="T4" fmla="*/ 36 w 91"/>
                <a:gd name="T5" fmla="*/ 21 h 114"/>
                <a:gd name="T6" fmla="*/ 90 w 91"/>
                <a:gd name="T7" fmla="*/ 1 h 114"/>
                <a:gd name="T8" fmla="*/ 91 w 91"/>
                <a:gd name="T9" fmla="*/ 1 h 114"/>
                <a:gd name="T10" fmla="*/ 91 w 91"/>
                <a:gd name="T11" fmla="*/ 33 h 114"/>
                <a:gd name="T12" fmla="*/ 81 w 91"/>
                <a:gd name="T13" fmla="*/ 33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43" y="11"/>
                    <a:pt x="58" y="0"/>
                    <a:pt x="90" y="1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3"/>
                    <a:pt x="81" y="33"/>
                  </a:cubicBezTo>
                  <a:cubicBezTo>
                    <a:pt x="57" y="33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4C1AC9DE-2ADC-4602-B955-0F5DF600C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476"/>
              <a:ext cx="354" cy="367"/>
            </a:xfrm>
            <a:custGeom>
              <a:avLst/>
              <a:gdLst>
                <a:gd name="T0" fmla="*/ 16 w 149"/>
                <a:gd name="T1" fmla="*/ 154 h 154"/>
                <a:gd name="T2" fmla="*/ 16 w 149"/>
                <a:gd name="T3" fmla="*/ 127 h 154"/>
                <a:gd name="T4" fmla="*/ 52 w 149"/>
                <a:gd name="T5" fmla="*/ 127 h 154"/>
                <a:gd name="T6" fmla="*/ 57 w 149"/>
                <a:gd name="T7" fmla="*/ 117 h 154"/>
                <a:gd name="T8" fmla="*/ 0 w 149"/>
                <a:gd name="T9" fmla="*/ 0 h 154"/>
                <a:gd name="T10" fmla="*/ 39 w 149"/>
                <a:gd name="T11" fmla="*/ 0 h 154"/>
                <a:gd name="T12" fmla="*/ 76 w 149"/>
                <a:gd name="T13" fmla="*/ 78 h 154"/>
                <a:gd name="T14" fmla="*/ 113 w 149"/>
                <a:gd name="T15" fmla="*/ 0 h 154"/>
                <a:gd name="T16" fmla="*/ 149 w 149"/>
                <a:gd name="T17" fmla="*/ 0 h 154"/>
                <a:gd name="T18" fmla="*/ 91 w 149"/>
                <a:gd name="T19" fmla="*/ 120 h 154"/>
                <a:gd name="T20" fmla="*/ 43 w 149"/>
                <a:gd name="T21" fmla="*/ 154 h 154"/>
                <a:gd name="T22" fmla="*/ 16 w 149"/>
                <a:gd name="T23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9" h="154">
                  <a:moveTo>
                    <a:pt x="16" y="154"/>
                  </a:moveTo>
                  <a:cubicBezTo>
                    <a:pt x="16" y="127"/>
                    <a:pt x="16" y="127"/>
                    <a:pt x="16" y="127"/>
                  </a:cubicBezTo>
                  <a:cubicBezTo>
                    <a:pt x="52" y="127"/>
                    <a:pt x="52" y="127"/>
                    <a:pt x="52" y="12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78" y="146"/>
                    <a:pt x="67" y="154"/>
                    <a:pt x="43" y="154"/>
                  </a:cubicBezTo>
                  <a:cubicBezTo>
                    <a:pt x="25" y="154"/>
                    <a:pt x="16" y="154"/>
                    <a:pt x="16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A0011C0C-5904-47F6-B750-7EDA42E00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9" y="985"/>
              <a:ext cx="328" cy="386"/>
            </a:xfrm>
            <a:custGeom>
              <a:avLst/>
              <a:gdLst>
                <a:gd name="T0" fmla="*/ 138 w 138"/>
                <a:gd name="T1" fmla="*/ 2 h 162"/>
                <a:gd name="T2" fmla="*/ 102 w 138"/>
                <a:gd name="T3" fmla="*/ 2 h 162"/>
                <a:gd name="T4" fmla="*/ 102 w 138"/>
                <a:gd name="T5" fmla="*/ 12 h 162"/>
                <a:gd name="T6" fmla="*/ 63 w 138"/>
                <a:gd name="T7" fmla="*/ 0 h 162"/>
                <a:gd name="T8" fmla="*/ 0 w 138"/>
                <a:gd name="T9" fmla="*/ 58 h 162"/>
                <a:gd name="T10" fmla="*/ 63 w 138"/>
                <a:gd name="T11" fmla="*/ 116 h 162"/>
                <a:gd name="T12" fmla="*/ 102 w 138"/>
                <a:gd name="T13" fmla="*/ 104 h 162"/>
                <a:gd name="T14" fmla="*/ 102 w 138"/>
                <a:gd name="T15" fmla="*/ 106 h 162"/>
                <a:gd name="T16" fmla="*/ 68 w 138"/>
                <a:gd name="T17" fmla="*/ 135 h 162"/>
                <a:gd name="T18" fmla="*/ 30 w 138"/>
                <a:gd name="T19" fmla="*/ 122 h 162"/>
                <a:gd name="T20" fmla="*/ 6 w 138"/>
                <a:gd name="T21" fmla="*/ 137 h 162"/>
                <a:gd name="T22" fmla="*/ 71 w 138"/>
                <a:gd name="T23" fmla="*/ 162 h 162"/>
                <a:gd name="T24" fmla="*/ 138 w 138"/>
                <a:gd name="T25" fmla="*/ 103 h 162"/>
                <a:gd name="T26" fmla="*/ 138 w 138"/>
                <a:gd name="T27" fmla="*/ 2 h 162"/>
                <a:gd name="T28" fmla="*/ 71 w 138"/>
                <a:gd name="T29" fmla="*/ 88 h 162"/>
                <a:gd name="T30" fmla="*/ 36 w 138"/>
                <a:gd name="T31" fmla="*/ 58 h 162"/>
                <a:gd name="T32" fmla="*/ 71 w 138"/>
                <a:gd name="T33" fmla="*/ 29 h 162"/>
                <a:gd name="T34" fmla="*/ 105 w 138"/>
                <a:gd name="T35" fmla="*/ 58 h 162"/>
                <a:gd name="T36" fmla="*/ 71 w 138"/>
                <a:gd name="T37" fmla="*/ 88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2">
                  <a:moveTo>
                    <a:pt x="138" y="2"/>
                  </a:moveTo>
                  <a:cubicBezTo>
                    <a:pt x="102" y="2"/>
                    <a:pt x="102" y="2"/>
                    <a:pt x="102" y="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93" y="5"/>
                    <a:pt x="80" y="0"/>
                    <a:pt x="63" y="0"/>
                  </a:cubicBezTo>
                  <a:cubicBezTo>
                    <a:pt x="43" y="0"/>
                    <a:pt x="0" y="12"/>
                    <a:pt x="0" y="58"/>
                  </a:cubicBezTo>
                  <a:cubicBezTo>
                    <a:pt x="0" y="104"/>
                    <a:pt x="42" y="116"/>
                    <a:pt x="63" y="116"/>
                  </a:cubicBezTo>
                  <a:cubicBezTo>
                    <a:pt x="80" y="116"/>
                    <a:pt x="93" y="111"/>
                    <a:pt x="102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2" y="126"/>
                    <a:pt x="91" y="135"/>
                    <a:pt x="68" y="135"/>
                  </a:cubicBezTo>
                  <a:cubicBezTo>
                    <a:pt x="53" y="135"/>
                    <a:pt x="39" y="130"/>
                    <a:pt x="30" y="122"/>
                  </a:cubicBezTo>
                  <a:cubicBezTo>
                    <a:pt x="6" y="137"/>
                    <a:pt x="6" y="137"/>
                    <a:pt x="6" y="137"/>
                  </a:cubicBezTo>
                  <a:cubicBezTo>
                    <a:pt x="15" y="150"/>
                    <a:pt x="38" y="162"/>
                    <a:pt x="71" y="162"/>
                  </a:cubicBezTo>
                  <a:cubicBezTo>
                    <a:pt x="103" y="162"/>
                    <a:pt x="138" y="151"/>
                    <a:pt x="138" y="103"/>
                  </a:cubicBezTo>
                  <a:cubicBezTo>
                    <a:pt x="138" y="98"/>
                    <a:pt x="138" y="2"/>
                    <a:pt x="138" y="2"/>
                  </a:cubicBezTo>
                  <a:close/>
                  <a:moveTo>
                    <a:pt x="71" y="88"/>
                  </a:moveTo>
                  <a:cubicBezTo>
                    <a:pt x="50" y="88"/>
                    <a:pt x="36" y="76"/>
                    <a:pt x="36" y="58"/>
                  </a:cubicBezTo>
                  <a:cubicBezTo>
                    <a:pt x="36" y="39"/>
                    <a:pt x="50" y="29"/>
                    <a:pt x="71" y="29"/>
                  </a:cubicBezTo>
                  <a:cubicBezTo>
                    <a:pt x="91" y="29"/>
                    <a:pt x="105" y="40"/>
                    <a:pt x="105" y="58"/>
                  </a:cubicBezTo>
                  <a:cubicBezTo>
                    <a:pt x="105" y="77"/>
                    <a:pt x="91" y="88"/>
                    <a:pt x="71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D80F666E-1C36-41BB-B953-E8B0F38DA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888"/>
              <a:ext cx="344" cy="369"/>
            </a:xfrm>
            <a:custGeom>
              <a:avLst/>
              <a:gdLst>
                <a:gd name="T0" fmla="*/ 0 w 344"/>
                <a:gd name="T1" fmla="*/ 0 h 369"/>
                <a:gd name="T2" fmla="*/ 344 w 344"/>
                <a:gd name="T3" fmla="*/ 0 h 369"/>
                <a:gd name="T4" fmla="*/ 344 w 344"/>
                <a:gd name="T5" fmla="*/ 76 h 369"/>
                <a:gd name="T6" fmla="*/ 88 w 344"/>
                <a:gd name="T7" fmla="*/ 76 h 369"/>
                <a:gd name="T8" fmla="*/ 88 w 344"/>
                <a:gd name="T9" fmla="*/ 157 h 369"/>
                <a:gd name="T10" fmla="*/ 299 w 344"/>
                <a:gd name="T11" fmla="*/ 157 h 369"/>
                <a:gd name="T12" fmla="*/ 299 w 344"/>
                <a:gd name="T13" fmla="*/ 228 h 369"/>
                <a:gd name="T14" fmla="*/ 88 w 344"/>
                <a:gd name="T15" fmla="*/ 228 h 369"/>
                <a:gd name="T16" fmla="*/ 88 w 344"/>
                <a:gd name="T17" fmla="*/ 369 h 369"/>
                <a:gd name="T18" fmla="*/ 0 w 344"/>
                <a:gd name="T19" fmla="*/ 369 h 369"/>
                <a:gd name="T20" fmla="*/ 0 w 344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9">
                  <a:moveTo>
                    <a:pt x="0" y="0"/>
                  </a:moveTo>
                  <a:lnTo>
                    <a:pt x="344" y="0"/>
                  </a:lnTo>
                  <a:lnTo>
                    <a:pt x="344" y="76"/>
                  </a:lnTo>
                  <a:lnTo>
                    <a:pt x="88" y="76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8"/>
                  </a:lnTo>
                  <a:lnTo>
                    <a:pt x="88" y="228"/>
                  </a:lnTo>
                  <a:lnTo>
                    <a:pt x="88" y="369"/>
                  </a:lnTo>
                  <a:lnTo>
                    <a:pt x="0" y="3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7A4DF54-5169-479D-B1A7-7427280F64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5" y="985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1 w 141"/>
                <a:gd name="T3" fmla="*/ 0 h 116"/>
                <a:gd name="T4" fmla="*/ 141 w 141"/>
                <a:gd name="T5" fmla="*/ 58 h 116"/>
                <a:gd name="T6" fmla="*/ 71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1 w 141"/>
                <a:gd name="T13" fmla="*/ 29 h 116"/>
                <a:gd name="T14" fmla="*/ 36 w 141"/>
                <a:gd name="T15" fmla="*/ 58 h 116"/>
                <a:gd name="T16" fmla="*/ 71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3"/>
                    <a:pt x="40" y="0"/>
                    <a:pt x="71" y="0"/>
                  </a:cubicBezTo>
                  <a:cubicBezTo>
                    <a:pt x="101" y="0"/>
                    <a:pt x="141" y="13"/>
                    <a:pt x="141" y="58"/>
                  </a:cubicBezTo>
                  <a:cubicBezTo>
                    <a:pt x="141" y="103"/>
                    <a:pt x="101" y="116"/>
                    <a:pt x="71" y="116"/>
                  </a:cubicBezTo>
                  <a:cubicBezTo>
                    <a:pt x="40" y="116"/>
                    <a:pt x="0" y="103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9"/>
                    <a:pt x="71" y="29"/>
                  </a:cubicBezTo>
                  <a:cubicBezTo>
                    <a:pt x="50" y="29"/>
                    <a:pt x="36" y="39"/>
                    <a:pt x="36" y="58"/>
                  </a:cubicBezTo>
                  <a:cubicBezTo>
                    <a:pt x="36" y="76"/>
                    <a:pt x="50" y="88"/>
                    <a:pt x="71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079128CA-5BE3-4FE4-A1B4-FCBE547B5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985"/>
              <a:ext cx="216" cy="272"/>
            </a:xfrm>
            <a:custGeom>
              <a:avLst/>
              <a:gdLst>
                <a:gd name="T0" fmla="*/ 0 w 91"/>
                <a:gd name="T1" fmla="*/ 2 h 114"/>
                <a:gd name="T2" fmla="*/ 36 w 91"/>
                <a:gd name="T3" fmla="*/ 2 h 114"/>
                <a:gd name="T4" fmla="*/ 36 w 91"/>
                <a:gd name="T5" fmla="*/ 20 h 114"/>
                <a:gd name="T6" fmla="*/ 90 w 91"/>
                <a:gd name="T7" fmla="*/ 0 h 114"/>
                <a:gd name="T8" fmla="*/ 91 w 91"/>
                <a:gd name="T9" fmla="*/ 0 h 114"/>
                <a:gd name="T10" fmla="*/ 91 w 91"/>
                <a:gd name="T11" fmla="*/ 33 h 114"/>
                <a:gd name="T12" fmla="*/ 81 w 91"/>
                <a:gd name="T13" fmla="*/ 32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2"/>
                  </a:moveTo>
                  <a:cubicBezTo>
                    <a:pt x="36" y="2"/>
                    <a:pt x="36" y="2"/>
                    <a:pt x="36" y="2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43" y="11"/>
                    <a:pt x="58" y="0"/>
                    <a:pt x="90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2"/>
                    <a:pt x="81" y="32"/>
                  </a:cubicBezTo>
                  <a:cubicBezTo>
                    <a:pt x="57" y="32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1DC7959B-1A1F-4040-A288-B600F24D9C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9" y="985"/>
              <a:ext cx="325" cy="277"/>
            </a:xfrm>
            <a:custGeom>
              <a:avLst/>
              <a:gdLst>
                <a:gd name="T0" fmla="*/ 70 w 137"/>
                <a:gd name="T1" fmla="*/ 116 h 116"/>
                <a:gd name="T2" fmla="*/ 0 w 137"/>
                <a:gd name="T3" fmla="*/ 58 h 116"/>
                <a:gd name="T4" fmla="*/ 70 w 137"/>
                <a:gd name="T5" fmla="*/ 0 h 116"/>
                <a:gd name="T6" fmla="*/ 137 w 137"/>
                <a:gd name="T7" fmla="*/ 63 h 116"/>
                <a:gd name="T8" fmla="*/ 137 w 137"/>
                <a:gd name="T9" fmla="*/ 69 h 116"/>
                <a:gd name="T10" fmla="*/ 36 w 137"/>
                <a:gd name="T11" fmla="*/ 69 h 116"/>
                <a:gd name="T12" fmla="*/ 71 w 137"/>
                <a:gd name="T13" fmla="*/ 90 h 116"/>
                <a:gd name="T14" fmla="*/ 103 w 137"/>
                <a:gd name="T15" fmla="*/ 77 h 116"/>
                <a:gd name="T16" fmla="*/ 134 w 137"/>
                <a:gd name="T17" fmla="*/ 88 h 116"/>
                <a:gd name="T18" fmla="*/ 70 w 137"/>
                <a:gd name="T19" fmla="*/ 116 h 116"/>
                <a:gd name="T20" fmla="*/ 37 w 137"/>
                <a:gd name="T21" fmla="*/ 46 h 116"/>
                <a:gd name="T22" fmla="*/ 102 w 137"/>
                <a:gd name="T23" fmla="*/ 46 h 116"/>
                <a:gd name="T24" fmla="*/ 70 w 137"/>
                <a:gd name="T25" fmla="*/ 26 h 116"/>
                <a:gd name="T26" fmla="*/ 37 w 137"/>
                <a:gd name="T27" fmla="*/ 4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7" h="116">
                  <a:moveTo>
                    <a:pt x="70" y="116"/>
                  </a:moveTo>
                  <a:cubicBezTo>
                    <a:pt x="35" y="116"/>
                    <a:pt x="0" y="102"/>
                    <a:pt x="0" y="58"/>
                  </a:cubicBezTo>
                  <a:cubicBezTo>
                    <a:pt x="0" y="14"/>
                    <a:pt x="39" y="0"/>
                    <a:pt x="70" y="0"/>
                  </a:cubicBezTo>
                  <a:cubicBezTo>
                    <a:pt x="100" y="0"/>
                    <a:pt x="137" y="9"/>
                    <a:pt x="137" y="63"/>
                  </a:cubicBezTo>
                  <a:cubicBezTo>
                    <a:pt x="137" y="69"/>
                    <a:pt x="137" y="69"/>
                    <a:pt x="1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1" y="85"/>
                    <a:pt x="56" y="90"/>
                    <a:pt x="71" y="90"/>
                  </a:cubicBezTo>
                  <a:cubicBezTo>
                    <a:pt x="87" y="90"/>
                    <a:pt x="98" y="87"/>
                    <a:pt x="103" y="77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24" y="105"/>
                    <a:pt x="107" y="116"/>
                    <a:pt x="70" y="116"/>
                  </a:cubicBezTo>
                  <a:close/>
                  <a:moveTo>
                    <a:pt x="37" y="46"/>
                  </a:moveTo>
                  <a:cubicBezTo>
                    <a:pt x="102" y="46"/>
                    <a:pt x="102" y="46"/>
                    <a:pt x="102" y="46"/>
                  </a:cubicBezTo>
                  <a:cubicBezTo>
                    <a:pt x="99" y="31"/>
                    <a:pt x="88" y="26"/>
                    <a:pt x="70" y="26"/>
                  </a:cubicBezTo>
                  <a:cubicBezTo>
                    <a:pt x="59" y="26"/>
                    <a:pt x="42" y="31"/>
                    <a:pt x="37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A7388B1B-5DA2-428A-AE29-A7A1AC7A2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985"/>
              <a:ext cx="306" cy="277"/>
            </a:xfrm>
            <a:custGeom>
              <a:avLst/>
              <a:gdLst>
                <a:gd name="T0" fmla="*/ 0 w 129"/>
                <a:gd name="T1" fmla="*/ 93 h 116"/>
                <a:gd name="T2" fmla="*/ 23 w 129"/>
                <a:gd name="T3" fmla="*/ 77 h 116"/>
                <a:gd name="T4" fmla="*/ 67 w 129"/>
                <a:gd name="T5" fmla="*/ 91 h 116"/>
                <a:gd name="T6" fmla="*/ 96 w 129"/>
                <a:gd name="T7" fmla="*/ 81 h 116"/>
                <a:gd name="T8" fmla="*/ 61 w 129"/>
                <a:gd name="T9" fmla="*/ 70 h 116"/>
                <a:gd name="T10" fmla="*/ 6 w 129"/>
                <a:gd name="T11" fmla="*/ 36 h 116"/>
                <a:gd name="T12" fmla="*/ 63 w 129"/>
                <a:gd name="T13" fmla="*/ 0 h 116"/>
                <a:gd name="T14" fmla="*/ 127 w 129"/>
                <a:gd name="T15" fmla="*/ 19 h 116"/>
                <a:gd name="T16" fmla="*/ 106 w 129"/>
                <a:gd name="T17" fmla="*/ 38 h 116"/>
                <a:gd name="T18" fmla="*/ 66 w 129"/>
                <a:gd name="T19" fmla="*/ 26 h 116"/>
                <a:gd name="T20" fmla="*/ 40 w 129"/>
                <a:gd name="T21" fmla="*/ 34 h 116"/>
                <a:gd name="T22" fmla="*/ 75 w 129"/>
                <a:gd name="T23" fmla="*/ 45 h 116"/>
                <a:gd name="T24" fmla="*/ 129 w 129"/>
                <a:gd name="T25" fmla="*/ 80 h 116"/>
                <a:gd name="T26" fmla="*/ 67 w 129"/>
                <a:gd name="T27" fmla="*/ 116 h 116"/>
                <a:gd name="T28" fmla="*/ 0 w 129"/>
                <a:gd name="T29" fmla="*/ 93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9" h="116">
                  <a:moveTo>
                    <a:pt x="0" y="93"/>
                  </a:moveTo>
                  <a:cubicBezTo>
                    <a:pt x="23" y="77"/>
                    <a:pt x="23" y="77"/>
                    <a:pt x="23" y="77"/>
                  </a:cubicBezTo>
                  <a:cubicBezTo>
                    <a:pt x="30" y="85"/>
                    <a:pt x="44" y="91"/>
                    <a:pt x="67" y="91"/>
                  </a:cubicBezTo>
                  <a:cubicBezTo>
                    <a:pt x="87" y="91"/>
                    <a:pt x="96" y="88"/>
                    <a:pt x="96" y="81"/>
                  </a:cubicBezTo>
                  <a:cubicBezTo>
                    <a:pt x="96" y="74"/>
                    <a:pt x="85" y="73"/>
                    <a:pt x="61" y="70"/>
                  </a:cubicBezTo>
                  <a:cubicBezTo>
                    <a:pt x="34" y="67"/>
                    <a:pt x="6" y="62"/>
                    <a:pt x="6" y="36"/>
                  </a:cubicBezTo>
                  <a:cubicBezTo>
                    <a:pt x="6" y="10"/>
                    <a:pt x="34" y="0"/>
                    <a:pt x="63" y="0"/>
                  </a:cubicBezTo>
                  <a:cubicBezTo>
                    <a:pt x="98" y="0"/>
                    <a:pt x="117" y="9"/>
                    <a:pt x="127" y="19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98" y="31"/>
                    <a:pt x="84" y="26"/>
                    <a:pt x="66" y="26"/>
                  </a:cubicBezTo>
                  <a:cubicBezTo>
                    <a:pt x="47" y="26"/>
                    <a:pt x="40" y="29"/>
                    <a:pt x="40" y="34"/>
                  </a:cubicBezTo>
                  <a:cubicBezTo>
                    <a:pt x="40" y="42"/>
                    <a:pt x="52" y="43"/>
                    <a:pt x="75" y="45"/>
                  </a:cubicBezTo>
                  <a:cubicBezTo>
                    <a:pt x="104" y="49"/>
                    <a:pt x="129" y="54"/>
                    <a:pt x="129" y="80"/>
                  </a:cubicBezTo>
                  <a:cubicBezTo>
                    <a:pt x="129" y="105"/>
                    <a:pt x="107" y="116"/>
                    <a:pt x="67" y="116"/>
                  </a:cubicBezTo>
                  <a:cubicBezTo>
                    <a:pt x="29" y="116"/>
                    <a:pt x="8" y="106"/>
                    <a:pt x="0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2C620A47-7688-42A7-A421-3FCD2DB82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892"/>
              <a:ext cx="85" cy="365"/>
            </a:xfrm>
            <a:custGeom>
              <a:avLst/>
              <a:gdLst>
                <a:gd name="T0" fmla="*/ 0 w 85"/>
                <a:gd name="T1" fmla="*/ 0 h 365"/>
                <a:gd name="T2" fmla="*/ 42 w 85"/>
                <a:gd name="T3" fmla="*/ 0 h 365"/>
                <a:gd name="T4" fmla="*/ 85 w 85"/>
                <a:gd name="T5" fmla="*/ 0 h 365"/>
                <a:gd name="T6" fmla="*/ 85 w 85"/>
                <a:gd name="T7" fmla="*/ 67 h 365"/>
                <a:gd name="T8" fmla="*/ 0 w 85"/>
                <a:gd name="T9" fmla="*/ 67 h 365"/>
                <a:gd name="T10" fmla="*/ 0 w 85"/>
                <a:gd name="T11" fmla="*/ 0 h 365"/>
                <a:gd name="T12" fmla="*/ 0 w 85"/>
                <a:gd name="T13" fmla="*/ 98 h 365"/>
                <a:gd name="T14" fmla="*/ 85 w 85"/>
                <a:gd name="T15" fmla="*/ 98 h 365"/>
                <a:gd name="T16" fmla="*/ 85 w 85"/>
                <a:gd name="T17" fmla="*/ 365 h 365"/>
                <a:gd name="T18" fmla="*/ 0 w 85"/>
                <a:gd name="T19" fmla="*/ 365 h 365"/>
                <a:gd name="T20" fmla="*/ 0 w 85"/>
                <a:gd name="T21" fmla="*/ 203 h 365"/>
                <a:gd name="T22" fmla="*/ 0 w 85"/>
                <a:gd name="T23" fmla="*/ 9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365">
                  <a:moveTo>
                    <a:pt x="0" y="0"/>
                  </a:moveTo>
                  <a:lnTo>
                    <a:pt x="42" y="0"/>
                  </a:lnTo>
                  <a:lnTo>
                    <a:pt x="85" y="0"/>
                  </a:lnTo>
                  <a:lnTo>
                    <a:pt x="85" y="67"/>
                  </a:lnTo>
                  <a:lnTo>
                    <a:pt x="0" y="67"/>
                  </a:lnTo>
                  <a:lnTo>
                    <a:pt x="0" y="0"/>
                  </a:lnTo>
                  <a:close/>
                  <a:moveTo>
                    <a:pt x="0" y="98"/>
                  </a:moveTo>
                  <a:lnTo>
                    <a:pt x="85" y="98"/>
                  </a:lnTo>
                  <a:lnTo>
                    <a:pt x="85" y="365"/>
                  </a:lnTo>
                  <a:lnTo>
                    <a:pt x="0" y="365"/>
                  </a:lnTo>
                  <a:lnTo>
                    <a:pt x="0" y="203"/>
                  </a:ln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00A14A05-F8DF-41CD-B1DC-E98489904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5" y="888"/>
              <a:ext cx="306" cy="369"/>
            </a:xfrm>
            <a:custGeom>
              <a:avLst/>
              <a:gdLst>
                <a:gd name="T0" fmla="*/ 0 w 129"/>
                <a:gd name="T1" fmla="*/ 0 h 155"/>
                <a:gd name="T2" fmla="*/ 36 w 129"/>
                <a:gd name="T3" fmla="*/ 0 h 155"/>
                <a:gd name="T4" fmla="*/ 36 w 129"/>
                <a:gd name="T5" fmla="*/ 55 h 155"/>
                <a:gd name="T6" fmla="*/ 86 w 129"/>
                <a:gd name="T7" fmla="*/ 41 h 155"/>
                <a:gd name="T8" fmla="*/ 129 w 129"/>
                <a:gd name="T9" fmla="*/ 83 h 155"/>
                <a:gd name="T10" fmla="*/ 129 w 129"/>
                <a:gd name="T11" fmla="*/ 155 h 155"/>
                <a:gd name="T12" fmla="*/ 93 w 129"/>
                <a:gd name="T13" fmla="*/ 155 h 155"/>
                <a:gd name="T14" fmla="*/ 93 w 129"/>
                <a:gd name="T15" fmla="*/ 86 h 155"/>
                <a:gd name="T16" fmla="*/ 70 w 129"/>
                <a:gd name="T17" fmla="*/ 72 h 155"/>
                <a:gd name="T18" fmla="*/ 36 w 129"/>
                <a:gd name="T19" fmla="*/ 81 h 155"/>
                <a:gd name="T20" fmla="*/ 36 w 129"/>
                <a:gd name="T21" fmla="*/ 155 h 155"/>
                <a:gd name="T22" fmla="*/ 0 w 129"/>
                <a:gd name="T23" fmla="*/ 155 h 155"/>
                <a:gd name="T24" fmla="*/ 0 w 129"/>
                <a:gd name="T2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" h="155">
                  <a:moveTo>
                    <a:pt x="0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2" y="50"/>
                    <a:pt x="61" y="41"/>
                    <a:pt x="86" y="41"/>
                  </a:cubicBezTo>
                  <a:cubicBezTo>
                    <a:pt x="110" y="41"/>
                    <a:pt x="129" y="52"/>
                    <a:pt x="129" y="83"/>
                  </a:cubicBezTo>
                  <a:cubicBezTo>
                    <a:pt x="129" y="155"/>
                    <a:pt x="129" y="155"/>
                    <a:pt x="129" y="155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93" y="77"/>
                    <a:pt x="87" y="72"/>
                    <a:pt x="70" y="72"/>
                  </a:cubicBezTo>
                  <a:cubicBezTo>
                    <a:pt x="56" y="72"/>
                    <a:pt x="42" y="76"/>
                    <a:pt x="36" y="81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0" y="155"/>
                    <a:pt x="0" y="155"/>
                    <a:pt x="0" y="15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EB38F27F-DAB7-4E65-85E3-E40749F7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900"/>
              <a:ext cx="259" cy="357"/>
            </a:xfrm>
            <a:custGeom>
              <a:avLst/>
              <a:gdLst>
                <a:gd name="T0" fmla="*/ 31 w 109"/>
                <a:gd name="T1" fmla="*/ 114 h 150"/>
                <a:gd name="T2" fmla="*/ 31 w 109"/>
                <a:gd name="T3" fmla="*/ 65 h 150"/>
                <a:gd name="T4" fmla="*/ 0 w 109"/>
                <a:gd name="T5" fmla="*/ 65 h 150"/>
                <a:gd name="T6" fmla="*/ 0 w 109"/>
                <a:gd name="T7" fmla="*/ 38 h 150"/>
                <a:gd name="T8" fmla="*/ 31 w 109"/>
                <a:gd name="T9" fmla="*/ 38 h 150"/>
                <a:gd name="T10" fmla="*/ 31 w 109"/>
                <a:gd name="T11" fmla="*/ 0 h 150"/>
                <a:gd name="T12" fmla="*/ 67 w 109"/>
                <a:gd name="T13" fmla="*/ 0 h 150"/>
                <a:gd name="T14" fmla="*/ 67 w 109"/>
                <a:gd name="T15" fmla="*/ 38 h 150"/>
                <a:gd name="T16" fmla="*/ 109 w 109"/>
                <a:gd name="T17" fmla="*/ 38 h 150"/>
                <a:gd name="T18" fmla="*/ 109 w 109"/>
                <a:gd name="T19" fmla="*/ 65 h 150"/>
                <a:gd name="T20" fmla="*/ 67 w 109"/>
                <a:gd name="T21" fmla="*/ 65 h 150"/>
                <a:gd name="T22" fmla="*/ 67 w 109"/>
                <a:gd name="T23" fmla="*/ 123 h 150"/>
                <a:gd name="T24" fmla="*/ 84 w 109"/>
                <a:gd name="T25" fmla="*/ 123 h 150"/>
                <a:gd name="T26" fmla="*/ 106 w 109"/>
                <a:gd name="T27" fmla="*/ 123 h 150"/>
                <a:gd name="T28" fmla="*/ 106 w 109"/>
                <a:gd name="T29" fmla="*/ 150 h 150"/>
                <a:gd name="T30" fmla="*/ 71 w 109"/>
                <a:gd name="T31" fmla="*/ 150 h 150"/>
                <a:gd name="T32" fmla="*/ 31 w 109"/>
                <a:gd name="T33" fmla="*/ 11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50">
                  <a:moveTo>
                    <a:pt x="31" y="114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65"/>
                    <a:pt x="109" y="65"/>
                    <a:pt x="109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3"/>
                    <a:pt x="67" y="123"/>
                    <a:pt x="67" y="123"/>
                  </a:cubicBezTo>
                  <a:cubicBezTo>
                    <a:pt x="84" y="123"/>
                    <a:pt x="84" y="123"/>
                    <a:pt x="84" y="123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50"/>
                    <a:pt x="106" y="150"/>
                    <a:pt x="106" y="150"/>
                  </a:cubicBezTo>
                  <a:cubicBezTo>
                    <a:pt x="106" y="150"/>
                    <a:pt x="86" y="150"/>
                    <a:pt x="71" y="150"/>
                  </a:cubicBezTo>
                  <a:cubicBezTo>
                    <a:pt x="40" y="150"/>
                    <a:pt x="31" y="136"/>
                    <a:pt x="3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BC6EC793-8076-48B2-93BC-9577E89E3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1857"/>
              <a:ext cx="475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22">
              <a:extLst>
                <a:ext uri="{FF2B5EF4-FFF2-40B4-BE49-F238E27FC236}">
                  <a16:creationId xmlns:a16="http://schemas.microsoft.com/office/drawing/2014/main" id="{B03D9D66-3E5D-4D68-BCA8-6402B180A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" y="1374"/>
              <a:ext cx="1125" cy="3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5AD08F10-75F1-4CC7-8E82-A74EAE1E9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888"/>
              <a:ext cx="1208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B478BFF8-861E-44E8-A160-40C34D3F4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921"/>
              <a:ext cx="193" cy="296"/>
            </a:xfrm>
            <a:custGeom>
              <a:avLst/>
              <a:gdLst>
                <a:gd name="T0" fmla="*/ 74 w 81"/>
                <a:gd name="T1" fmla="*/ 67 h 124"/>
                <a:gd name="T2" fmla="*/ 79 w 81"/>
                <a:gd name="T3" fmla="*/ 76 h 124"/>
                <a:gd name="T4" fmla="*/ 81 w 81"/>
                <a:gd name="T5" fmla="*/ 88 h 124"/>
                <a:gd name="T6" fmla="*/ 69 w 81"/>
                <a:gd name="T7" fmla="*/ 113 h 124"/>
                <a:gd name="T8" fmla="*/ 41 w 81"/>
                <a:gd name="T9" fmla="*/ 124 h 124"/>
                <a:gd name="T10" fmla="*/ 25 w 81"/>
                <a:gd name="T11" fmla="*/ 121 h 124"/>
                <a:gd name="T12" fmla="*/ 11 w 81"/>
                <a:gd name="T13" fmla="*/ 115 h 124"/>
                <a:gd name="T14" fmla="*/ 8 w 81"/>
                <a:gd name="T15" fmla="*/ 121 h 124"/>
                <a:gd name="T16" fmla="*/ 1 w 81"/>
                <a:gd name="T17" fmla="*/ 121 h 124"/>
                <a:gd name="T18" fmla="*/ 0 w 81"/>
                <a:gd name="T19" fmla="*/ 81 h 124"/>
                <a:gd name="T20" fmla="*/ 7 w 81"/>
                <a:gd name="T21" fmla="*/ 81 h 124"/>
                <a:gd name="T22" fmla="*/ 11 w 81"/>
                <a:gd name="T23" fmla="*/ 94 h 124"/>
                <a:gd name="T24" fmla="*/ 19 w 81"/>
                <a:gd name="T25" fmla="*/ 106 h 124"/>
                <a:gd name="T26" fmla="*/ 29 w 81"/>
                <a:gd name="T27" fmla="*/ 113 h 124"/>
                <a:gd name="T28" fmla="*/ 42 w 81"/>
                <a:gd name="T29" fmla="*/ 116 h 124"/>
                <a:gd name="T30" fmla="*/ 52 w 81"/>
                <a:gd name="T31" fmla="*/ 115 h 124"/>
                <a:gd name="T32" fmla="*/ 59 w 81"/>
                <a:gd name="T33" fmla="*/ 111 h 124"/>
                <a:gd name="T34" fmla="*/ 63 w 81"/>
                <a:gd name="T35" fmla="*/ 104 h 124"/>
                <a:gd name="T36" fmla="*/ 64 w 81"/>
                <a:gd name="T37" fmla="*/ 96 h 124"/>
                <a:gd name="T38" fmla="*/ 61 w 81"/>
                <a:gd name="T39" fmla="*/ 82 h 124"/>
                <a:gd name="T40" fmla="*/ 49 w 81"/>
                <a:gd name="T41" fmla="*/ 73 h 124"/>
                <a:gd name="T42" fmla="*/ 36 w 81"/>
                <a:gd name="T43" fmla="*/ 68 h 124"/>
                <a:gd name="T44" fmla="*/ 24 w 81"/>
                <a:gd name="T45" fmla="*/ 63 h 124"/>
                <a:gd name="T46" fmla="*/ 9 w 81"/>
                <a:gd name="T47" fmla="*/ 52 h 124"/>
                <a:gd name="T48" fmla="*/ 3 w 81"/>
                <a:gd name="T49" fmla="*/ 33 h 124"/>
                <a:gd name="T50" fmla="*/ 6 w 81"/>
                <a:gd name="T51" fmla="*/ 20 h 124"/>
                <a:gd name="T52" fmla="*/ 14 w 81"/>
                <a:gd name="T53" fmla="*/ 10 h 124"/>
                <a:gd name="T54" fmla="*/ 25 w 81"/>
                <a:gd name="T55" fmla="*/ 3 h 124"/>
                <a:gd name="T56" fmla="*/ 39 w 81"/>
                <a:gd name="T57" fmla="*/ 0 h 124"/>
                <a:gd name="T58" fmla="*/ 53 w 81"/>
                <a:gd name="T59" fmla="*/ 3 h 124"/>
                <a:gd name="T60" fmla="*/ 65 w 81"/>
                <a:gd name="T61" fmla="*/ 9 h 124"/>
                <a:gd name="T62" fmla="*/ 69 w 81"/>
                <a:gd name="T63" fmla="*/ 3 h 124"/>
                <a:gd name="T64" fmla="*/ 75 w 81"/>
                <a:gd name="T65" fmla="*/ 3 h 124"/>
                <a:gd name="T66" fmla="*/ 76 w 81"/>
                <a:gd name="T67" fmla="*/ 42 h 124"/>
                <a:gd name="T68" fmla="*/ 69 w 81"/>
                <a:gd name="T69" fmla="*/ 42 h 124"/>
                <a:gd name="T70" fmla="*/ 65 w 81"/>
                <a:gd name="T71" fmla="*/ 29 h 124"/>
                <a:gd name="T72" fmla="*/ 59 w 81"/>
                <a:gd name="T73" fmla="*/ 18 h 124"/>
                <a:gd name="T74" fmla="*/ 50 w 81"/>
                <a:gd name="T75" fmla="*/ 11 h 124"/>
                <a:gd name="T76" fmla="*/ 38 w 81"/>
                <a:gd name="T77" fmla="*/ 8 h 124"/>
                <a:gd name="T78" fmla="*/ 24 w 81"/>
                <a:gd name="T79" fmla="*/ 13 h 124"/>
                <a:gd name="T80" fmla="*/ 19 w 81"/>
                <a:gd name="T81" fmla="*/ 25 h 124"/>
                <a:gd name="T82" fmla="*/ 22 w 81"/>
                <a:gd name="T83" fmla="*/ 38 h 124"/>
                <a:gd name="T84" fmla="*/ 33 w 81"/>
                <a:gd name="T85" fmla="*/ 46 h 124"/>
                <a:gd name="T86" fmla="*/ 45 w 81"/>
                <a:gd name="T87" fmla="*/ 51 h 124"/>
                <a:gd name="T88" fmla="*/ 56 w 81"/>
                <a:gd name="T89" fmla="*/ 56 h 124"/>
                <a:gd name="T90" fmla="*/ 66 w 81"/>
                <a:gd name="T91" fmla="*/ 61 h 124"/>
                <a:gd name="T92" fmla="*/ 74 w 81"/>
                <a:gd name="T93" fmla="*/ 6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" h="124">
                  <a:moveTo>
                    <a:pt x="74" y="67"/>
                  </a:moveTo>
                  <a:cubicBezTo>
                    <a:pt x="76" y="70"/>
                    <a:pt x="78" y="73"/>
                    <a:pt x="79" y="76"/>
                  </a:cubicBezTo>
                  <a:cubicBezTo>
                    <a:pt x="80" y="79"/>
                    <a:pt x="81" y="83"/>
                    <a:pt x="81" y="88"/>
                  </a:cubicBezTo>
                  <a:cubicBezTo>
                    <a:pt x="81" y="98"/>
                    <a:pt x="77" y="107"/>
                    <a:pt x="69" y="113"/>
                  </a:cubicBezTo>
                  <a:cubicBezTo>
                    <a:pt x="62" y="120"/>
                    <a:pt x="52" y="124"/>
                    <a:pt x="41" y="124"/>
                  </a:cubicBezTo>
                  <a:cubicBezTo>
                    <a:pt x="35" y="124"/>
                    <a:pt x="30" y="123"/>
                    <a:pt x="25" y="121"/>
                  </a:cubicBezTo>
                  <a:cubicBezTo>
                    <a:pt x="20" y="119"/>
                    <a:pt x="15" y="117"/>
                    <a:pt x="11" y="115"/>
                  </a:cubicBezTo>
                  <a:cubicBezTo>
                    <a:pt x="8" y="121"/>
                    <a:pt x="8" y="121"/>
                    <a:pt x="8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8" y="86"/>
                    <a:pt x="10" y="90"/>
                    <a:pt x="11" y="94"/>
                  </a:cubicBezTo>
                  <a:cubicBezTo>
                    <a:pt x="13" y="98"/>
                    <a:pt x="16" y="102"/>
                    <a:pt x="19" y="106"/>
                  </a:cubicBezTo>
                  <a:cubicBezTo>
                    <a:pt x="22" y="109"/>
                    <a:pt x="25" y="111"/>
                    <a:pt x="29" y="113"/>
                  </a:cubicBezTo>
                  <a:cubicBezTo>
                    <a:pt x="33" y="115"/>
                    <a:pt x="37" y="116"/>
                    <a:pt x="42" y="116"/>
                  </a:cubicBezTo>
                  <a:cubicBezTo>
                    <a:pt x="46" y="116"/>
                    <a:pt x="49" y="116"/>
                    <a:pt x="52" y="115"/>
                  </a:cubicBezTo>
                  <a:cubicBezTo>
                    <a:pt x="55" y="114"/>
                    <a:pt x="57" y="112"/>
                    <a:pt x="59" y="111"/>
                  </a:cubicBezTo>
                  <a:cubicBezTo>
                    <a:pt x="61" y="109"/>
                    <a:pt x="62" y="107"/>
                    <a:pt x="63" y="104"/>
                  </a:cubicBezTo>
                  <a:cubicBezTo>
                    <a:pt x="64" y="102"/>
                    <a:pt x="64" y="99"/>
                    <a:pt x="64" y="96"/>
                  </a:cubicBezTo>
                  <a:cubicBezTo>
                    <a:pt x="64" y="91"/>
                    <a:pt x="63" y="86"/>
                    <a:pt x="61" y="82"/>
                  </a:cubicBezTo>
                  <a:cubicBezTo>
                    <a:pt x="58" y="78"/>
                    <a:pt x="54" y="75"/>
                    <a:pt x="49" y="73"/>
                  </a:cubicBezTo>
                  <a:cubicBezTo>
                    <a:pt x="45" y="72"/>
                    <a:pt x="41" y="70"/>
                    <a:pt x="36" y="68"/>
                  </a:cubicBezTo>
                  <a:cubicBezTo>
                    <a:pt x="32" y="67"/>
                    <a:pt x="28" y="65"/>
                    <a:pt x="24" y="63"/>
                  </a:cubicBezTo>
                  <a:cubicBezTo>
                    <a:pt x="18" y="60"/>
                    <a:pt x="12" y="56"/>
                    <a:pt x="9" y="52"/>
                  </a:cubicBezTo>
                  <a:cubicBezTo>
                    <a:pt x="5" y="47"/>
                    <a:pt x="3" y="40"/>
                    <a:pt x="3" y="33"/>
                  </a:cubicBezTo>
                  <a:cubicBezTo>
                    <a:pt x="3" y="28"/>
                    <a:pt x="4" y="24"/>
                    <a:pt x="6" y="20"/>
                  </a:cubicBezTo>
                  <a:cubicBezTo>
                    <a:pt x="8" y="16"/>
                    <a:pt x="10" y="13"/>
                    <a:pt x="14" y="10"/>
                  </a:cubicBezTo>
                  <a:cubicBezTo>
                    <a:pt x="17" y="7"/>
                    <a:pt x="21" y="5"/>
                    <a:pt x="25" y="3"/>
                  </a:cubicBezTo>
                  <a:cubicBezTo>
                    <a:pt x="29" y="1"/>
                    <a:pt x="34" y="0"/>
                    <a:pt x="39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5"/>
                    <a:pt x="62" y="7"/>
                    <a:pt x="65" y="9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8" y="38"/>
                    <a:pt x="67" y="33"/>
                    <a:pt x="65" y="29"/>
                  </a:cubicBezTo>
                  <a:cubicBezTo>
                    <a:pt x="64" y="25"/>
                    <a:pt x="62" y="22"/>
                    <a:pt x="59" y="18"/>
                  </a:cubicBezTo>
                  <a:cubicBezTo>
                    <a:pt x="57" y="15"/>
                    <a:pt x="54" y="12"/>
                    <a:pt x="50" y="11"/>
                  </a:cubicBezTo>
                  <a:cubicBezTo>
                    <a:pt x="47" y="9"/>
                    <a:pt x="43" y="8"/>
                    <a:pt x="38" y="8"/>
                  </a:cubicBezTo>
                  <a:cubicBezTo>
                    <a:pt x="32" y="8"/>
                    <a:pt x="28" y="9"/>
                    <a:pt x="24" y="13"/>
                  </a:cubicBezTo>
                  <a:cubicBezTo>
                    <a:pt x="21" y="16"/>
                    <a:pt x="19" y="20"/>
                    <a:pt x="19" y="25"/>
                  </a:cubicBezTo>
                  <a:cubicBezTo>
                    <a:pt x="19" y="30"/>
                    <a:pt x="20" y="34"/>
                    <a:pt x="22" y="38"/>
                  </a:cubicBezTo>
                  <a:cubicBezTo>
                    <a:pt x="25" y="41"/>
                    <a:pt x="28" y="44"/>
                    <a:pt x="33" y="46"/>
                  </a:cubicBezTo>
                  <a:cubicBezTo>
                    <a:pt x="37" y="48"/>
                    <a:pt x="41" y="50"/>
                    <a:pt x="45" y="51"/>
                  </a:cubicBezTo>
                  <a:cubicBezTo>
                    <a:pt x="48" y="53"/>
                    <a:pt x="52" y="54"/>
                    <a:pt x="56" y="56"/>
                  </a:cubicBezTo>
                  <a:cubicBezTo>
                    <a:pt x="59" y="57"/>
                    <a:pt x="62" y="59"/>
                    <a:pt x="66" y="61"/>
                  </a:cubicBezTo>
                  <a:cubicBezTo>
                    <a:pt x="69" y="62"/>
                    <a:pt x="71" y="65"/>
                    <a:pt x="7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C91DE7CE-7ABB-4A91-95E4-0C7AB71ED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9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2 w 73"/>
                <a:gd name="T15" fmla="*/ 27 h 86"/>
                <a:gd name="T16" fmla="*/ 10 w 73"/>
                <a:gd name="T17" fmla="*/ 13 h 86"/>
                <a:gd name="T18" fmla="*/ 21 w 73"/>
                <a:gd name="T19" fmla="*/ 3 h 86"/>
                <a:gd name="T20" fmla="*/ 37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6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6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4 w 73"/>
                <a:gd name="T49" fmla="*/ 34 h 86"/>
                <a:gd name="T50" fmla="*/ 53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6 w 73"/>
                <a:gd name="T61" fmla="*/ 34 h 86"/>
                <a:gd name="T62" fmla="*/ 54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6" y="86"/>
                    <a:pt x="39" y="86"/>
                  </a:cubicBezTo>
                  <a:cubicBezTo>
                    <a:pt x="32" y="86"/>
                    <a:pt x="27" y="85"/>
                    <a:pt x="22" y="83"/>
                  </a:cubicBezTo>
                  <a:cubicBezTo>
                    <a:pt x="17" y="80"/>
                    <a:pt x="12" y="77"/>
                    <a:pt x="9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0" y="54"/>
                    <a:pt x="0" y="48"/>
                    <a:pt x="0" y="42"/>
                  </a:cubicBezTo>
                  <a:cubicBezTo>
                    <a:pt x="0" y="37"/>
                    <a:pt x="1" y="32"/>
                    <a:pt x="2" y="27"/>
                  </a:cubicBezTo>
                  <a:cubicBezTo>
                    <a:pt x="4" y="22"/>
                    <a:pt x="6" y="17"/>
                    <a:pt x="10" y="13"/>
                  </a:cubicBezTo>
                  <a:cubicBezTo>
                    <a:pt x="13" y="9"/>
                    <a:pt x="17" y="6"/>
                    <a:pt x="21" y="3"/>
                  </a:cubicBezTo>
                  <a:cubicBezTo>
                    <a:pt x="26" y="1"/>
                    <a:pt x="31" y="0"/>
                    <a:pt x="37" y="0"/>
                  </a:cubicBezTo>
                  <a:cubicBezTo>
                    <a:pt x="43" y="0"/>
                    <a:pt x="48" y="1"/>
                    <a:pt x="53" y="3"/>
                  </a:cubicBezTo>
                  <a:cubicBezTo>
                    <a:pt x="57" y="4"/>
                    <a:pt x="60" y="7"/>
                    <a:pt x="63" y="10"/>
                  </a:cubicBezTo>
                  <a:cubicBezTo>
                    <a:pt x="66" y="13"/>
                    <a:pt x="67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6"/>
                    <a:pt x="17" y="51"/>
                    <a:pt x="18" y="55"/>
                  </a:cubicBezTo>
                  <a:cubicBezTo>
                    <a:pt x="19" y="60"/>
                    <a:pt x="20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6" y="74"/>
                  </a:cubicBezTo>
                  <a:cubicBezTo>
                    <a:pt x="60" y="71"/>
                    <a:pt x="63" y="67"/>
                    <a:pt x="67" y="61"/>
                  </a:cubicBezTo>
                  <a:lnTo>
                    <a:pt x="73" y="65"/>
                  </a:lnTo>
                  <a:close/>
                  <a:moveTo>
                    <a:pt x="54" y="34"/>
                  </a:moveTo>
                  <a:cubicBezTo>
                    <a:pt x="54" y="30"/>
                    <a:pt x="54" y="27"/>
                    <a:pt x="53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3" y="7"/>
                    <a:pt x="41" y="6"/>
                    <a:pt x="37" y="6"/>
                  </a:cubicBezTo>
                  <a:cubicBezTo>
                    <a:pt x="31" y="6"/>
                    <a:pt x="26" y="9"/>
                    <a:pt x="23" y="13"/>
                  </a:cubicBezTo>
                  <a:cubicBezTo>
                    <a:pt x="19" y="18"/>
                    <a:pt x="17" y="25"/>
                    <a:pt x="16" y="34"/>
                  </a:cubicBezTo>
                  <a:lnTo>
                    <a:pt x="5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E139C7B8-03CC-486D-8039-FF3B79D881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1" y="2010"/>
              <a:ext cx="174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7" y="86"/>
                    <a:pt x="39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4" y="22"/>
                    <a:pt x="7" y="17"/>
                    <a:pt x="10" y="13"/>
                  </a:cubicBezTo>
                  <a:cubicBezTo>
                    <a:pt x="13" y="9"/>
                    <a:pt x="17" y="6"/>
                    <a:pt x="22" y="3"/>
                  </a:cubicBezTo>
                  <a:cubicBezTo>
                    <a:pt x="26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7" y="4"/>
                    <a:pt x="61" y="7"/>
                    <a:pt x="63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0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4" y="27"/>
                    <a:pt x="54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7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066D5D97-E143-4E00-B18C-846533C478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1" y="1910"/>
              <a:ext cx="100" cy="300"/>
            </a:xfrm>
            <a:custGeom>
              <a:avLst/>
              <a:gdLst>
                <a:gd name="T0" fmla="*/ 42 w 42"/>
                <a:gd name="T1" fmla="*/ 126 h 126"/>
                <a:gd name="T2" fmla="*/ 2 w 42"/>
                <a:gd name="T3" fmla="*/ 126 h 126"/>
                <a:gd name="T4" fmla="*/ 2 w 42"/>
                <a:gd name="T5" fmla="*/ 121 h 126"/>
                <a:gd name="T6" fmla="*/ 6 w 42"/>
                <a:gd name="T7" fmla="*/ 120 h 126"/>
                <a:gd name="T8" fmla="*/ 10 w 42"/>
                <a:gd name="T9" fmla="*/ 120 h 126"/>
                <a:gd name="T10" fmla="*/ 13 w 42"/>
                <a:gd name="T11" fmla="*/ 117 h 126"/>
                <a:gd name="T12" fmla="*/ 14 w 42"/>
                <a:gd name="T13" fmla="*/ 112 h 126"/>
                <a:gd name="T14" fmla="*/ 14 w 42"/>
                <a:gd name="T15" fmla="*/ 62 h 126"/>
                <a:gd name="T16" fmla="*/ 13 w 42"/>
                <a:gd name="T17" fmla="*/ 57 h 126"/>
                <a:gd name="T18" fmla="*/ 10 w 42"/>
                <a:gd name="T19" fmla="*/ 53 h 126"/>
                <a:gd name="T20" fmla="*/ 5 w 42"/>
                <a:gd name="T21" fmla="*/ 51 h 126"/>
                <a:gd name="T22" fmla="*/ 0 w 42"/>
                <a:gd name="T23" fmla="*/ 50 h 126"/>
                <a:gd name="T24" fmla="*/ 0 w 42"/>
                <a:gd name="T25" fmla="*/ 45 h 126"/>
                <a:gd name="T26" fmla="*/ 28 w 42"/>
                <a:gd name="T27" fmla="*/ 43 h 126"/>
                <a:gd name="T28" fmla="*/ 30 w 42"/>
                <a:gd name="T29" fmla="*/ 44 h 126"/>
                <a:gd name="T30" fmla="*/ 30 w 42"/>
                <a:gd name="T31" fmla="*/ 111 h 126"/>
                <a:gd name="T32" fmla="*/ 31 w 42"/>
                <a:gd name="T33" fmla="*/ 116 h 126"/>
                <a:gd name="T34" fmla="*/ 34 w 42"/>
                <a:gd name="T35" fmla="*/ 119 h 126"/>
                <a:gd name="T36" fmla="*/ 38 w 42"/>
                <a:gd name="T37" fmla="*/ 120 h 126"/>
                <a:gd name="T38" fmla="*/ 42 w 42"/>
                <a:gd name="T39" fmla="*/ 121 h 126"/>
                <a:gd name="T40" fmla="*/ 42 w 42"/>
                <a:gd name="T41" fmla="*/ 126 h 126"/>
                <a:gd name="T42" fmla="*/ 31 w 42"/>
                <a:gd name="T43" fmla="*/ 11 h 126"/>
                <a:gd name="T44" fmla="*/ 28 w 42"/>
                <a:gd name="T45" fmla="*/ 19 h 126"/>
                <a:gd name="T46" fmla="*/ 20 w 42"/>
                <a:gd name="T47" fmla="*/ 23 h 126"/>
                <a:gd name="T48" fmla="*/ 13 w 42"/>
                <a:gd name="T49" fmla="*/ 19 h 126"/>
                <a:gd name="T50" fmla="*/ 10 w 42"/>
                <a:gd name="T51" fmla="*/ 12 h 126"/>
                <a:gd name="T52" fmla="*/ 13 w 42"/>
                <a:gd name="T53" fmla="*/ 4 h 126"/>
                <a:gd name="T54" fmla="*/ 20 w 42"/>
                <a:gd name="T55" fmla="*/ 0 h 126"/>
                <a:gd name="T56" fmla="*/ 28 w 42"/>
                <a:gd name="T57" fmla="*/ 3 h 126"/>
                <a:gd name="T58" fmla="*/ 31 w 42"/>
                <a:gd name="T59" fmla="*/ 1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2" h="126">
                  <a:moveTo>
                    <a:pt x="42" y="126"/>
                  </a:moveTo>
                  <a:cubicBezTo>
                    <a:pt x="2" y="126"/>
                    <a:pt x="2" y="126"/>
                    <a:pt x="2" y="126"/>
                  </a:cubicBezTo>
                  <a:cubicBezTo>
                    <a:pt x="2" y="121"/>
                    <a:pt x="2" y="121"/>
                    <a:pt x="2" y="121"/>
                  </a:cubicBezTo>
                  <a:cubicBezTo>
                    <a:pt x="3" y="121"/>
                    <a:pt x="5" y="120"/>
                    <a:pt x="6" y="120"/>
                  </a:cubicBezTo>
                  <a:cubicBezTo>
                    <a:pt x="7" y="120"/>
                    <a:pt x="9" y="120"/>
                    <a:pt x="10" y="120"/>
                  </a:cubicBezTo>
                  <a:cubicBezTo>
                    <a:pt x="11" y="119"/>
                    <a:pt x="12" y="118"/>
                    <a:pt x="13" y="117"/>
                  </a:cubicBezTo>
                  <a:cubicBezTo>
                    <a:pt x="14" y="116"/>
                    <a:pt x="14" y="114"/>
                    <a:pt x="14" y="112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4" y="60"/>
                    <a:pt x="14" y="58"/>
                    <a:pt x="13" y="57"/>
                  </a:cubicBezTo>
                  <a:cubicBezTo>
                    <a:pt x="12" y="55"/>
                    <a:pt x="11" y="54"/>
                    <a:pt x="10" y="53"/>
                  </a:cubicBezTo>
                  <a:cubicBezTo>
                    <a:pt x="9" y="52"/>
                    <a:pt x="7" y="52"/>
                    <a:pt x="5" y="51"/>
                  </a:cubicBezTo>
                  <a:cubicBezTo>
                    <a:pt x="3" y="51"/>
                    <a:pt x="1" y="51"/>
                    <a:pt x="0" y="5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30" y="113"/>
                    <a:pt x="30" y="115"/>
                    <a:pt x="31" y="116"/>
                  </a:cubicBezTo>
                  <a:cubicBezTo>
                    <a:pt x="31" y="117"/>
                    <a:pt x="33" y="118"/>
                    <a:pt x="34" y="119"/>
                  </a:cubicBezTo>
                  <a:cubicBezTo>
                    <a:pt x="35" y="119"/>
                    <a:pt x="37" y="120"/>
                    <a:pt x="38" y="120"/>
                  </a:cubicBezTo>
                  <a:cubicBezTo>
                    <a:pt x="39" y="120"/>
                    <a:pt x="40" y="121"/>
                    <a:pt x="42" y="121"/>
                  </a:cubicBezTo>
                  <a:lnTo>
                    <a:pt x="42" y="126"/>
                  </a:lnTo>
                  <a:close/>
                  <a:moveTo>
                    <a:pt x="31" y="11"/>
                  </a:moveTo>
                  <a:cubicBezTo>
                    <a:pt x="31" y="14"/>
                    <a:pt x="30" y="17"/>
                    <a:pt x="28" y="19"/>
                  </a:cubicBezTo>
                  <a:cubicBezTo>
                    <a:pt x="26" y="21"/>
                    <a:pt x="24" y="23"/>
                    <a:pt x="20" y="23"/>
                  </a:cubicBezTo>
                  <a:cubicBezTo>
                    <a:pt x="18" y="23"/>
                    <a:pt x="15" y="21"/>
                    <a:pt x="13" y="19"/>
                  </a:cubicBezTo>
                  <a:cubicBezTo>
                    <a:pt x="11" y="17"/>
                    <a:pt x="10" y="14"/>
                    <a:pt x="10" y="12"/>
                  </a:cubicBezTo>
                  <a:cubicBezTo>
                    <a:pt x="10" y="8"/>
                    <a:pt x="11" y="6"/>
                    <a:pt x="13" y="4"/>
                  </a:cubicBezTo>
                  <a:cubicBezTo>
                    <a:pt x="15" y="1"/>
                    <a:pt x="18" y="0"/>
                    <a:pt x="20" y="0"/>
                  </a:cubicBezTo>
                  <a:cubicBezTo>
                    <a:pt x="24" y="0"/>
                    <a:pt x="26" y="1"/>
                    <a:pt x="28" y="3"/>
                  </a:cubicBezTo>
                  <a:cubicBezTo>
                    <a:pt x="30" y="5"/>
                    <a:pt x="31" y="8"/>
                    <a:pt x="3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CD4804DD-8237-4393-9477-9EEE7264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7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1 w 91"/>
                <a:gd name="T41" fmla="*/ 84 h 84"/>
                <a:gd name="T42" fmla="*/ 1 w 91"/>
                <a:gd name="T43" fmla="*/ 79 h 84"/>
                <a:gd name="T44" fmla="*/ 5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9 w 91"/>
                <a:gd name="T71" fmla="*/ 14 h 84"/>
                <a:gd name="T72" fmla="*/ 34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4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1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2" y="17"/>
                    <a:pt x="30" y="19"/>
                  </a:cubicBezTo>
                  <a:cubicBezTo>
                    <a:pt x="29" y="20"/>
                    <a:pt x="29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7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2" y="79"/>
                    <a:pt x="3" y="78"/>
                    <a:pt x="5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10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1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3"/>
                    <a:pt x="32" y="11"/>
                    <a:pt x="34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4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80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559D779A-600F-4D13-8D21-73637E976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6" y="2010"/>
              <a:ext cx="190" cy="288"/>
            </a:xfrm>
            <a:custGeom>
              <a:avLst/>
              <a:gdLst>
                <a:gd name="T0" fmla="*/ 78 w 80"/>
                <a:gd name="T1" fmla="*/ 83 h 121"/>
                <a:gd name="T2" fmla="*/ 77 w 80"/>
                <a:gd name="T3" fmla="*/ 104 h 121"/>
                <a:gd name="T4" fmla="*/ 56 w 80"/>
                <a:gd name="T5" fmla="*/ 119 h 121"/>
                <a:gd name="T6" fmla="*/ 9 w 80"/>
                <a:gd name="T7" fmla="*/ 116 h 121"/>
                <a:gd name="T8" fmla="*/ 7 w 80"/>
                <a:gd name="T9" fmla="*/ 86 h 121"/>
                <a:gd name="T10" fmla="*/ 24 w 80"/>
                <a:gd name="T11" fmla="*/ 80 h 121"/>
                <a:gd name="T12" fmla="*/ 14 w 80"/>
                <a:gd name="T13" fmla="*/ 75 h 121"/>
                <a:gd name="T14" fmla="*/ 9 w 80"/>
                <a:gd name="T15" fmla="*/ 65 h 121"/>
                <a:gd name="T16" fmla="*/ 22 w 80"/>
                <a:gd name="T17" fmla="*/ 51 h 121"/>
                <a:gd name="T18" fmla="*/ 9 w 80"/>
                <a:gd name="T19" fmla="*/ 40 h 121"/>
                <a:gd name="T20" fmla="*/ 13 w 80"/>
                <a:gd name="T21" fmla="*/ 7 h 121"/>
                <a:gd name="T22" fmla="*/ 43 w 80"/>
                <a:gd name="T23" fmla="*/ 1 h 121"/>
                <a:gd name="T24" fmla="*/ 79 w 80"/>
                <a:gd name="T25" fmla="*/ 2 h 121"/>
                <a:gd name="T26" fmla="*/ 60 w 80"/>
                <a:gd name="T27" fmla="*/ 10 h 121"/>
                <a:gd name="T28" fmla="*/ 65 w 80"/>
                <a:gd name="T29" fmla="*/ 19 h 121"/>
                <a:gd name="T30" fmla="*/ 57 w 80"/>
                <a:gd name="T31" fmla="*/ 46 h 121"/>
                <a:gd name="T32" fmla="*/ 27 w 80"/>
                <a:gd name="T33" fmla="*/ 53 h 121"/>
                <a:gd name="T34" fmla="*/ 21 w 80"/>
                <a:gd name="T35" fmla="*/ 60 h 121"/>
                <a:gd name="T36" fmla="*/ 27 w 80"/>
                <a:gd name="T37" fmla="*/ 67 h 121"/>
                <a:gd name="T38" fmla="*/ 39 w 80"/>
                <a:gd name="T39" fmla="*/ 68 h 121"/>
                <a:gd name="T40" fmla="*/ 58 w 80"/>
                <a:gd name="T41" fmla="*/ 69 h 121"/>
                <a:gd name="T42" fmla="*/ 73 w 80"/>
                <a:gd name="T43" fmla="*/ 76 h 121"/>
                <a:gd name="T44" fmla="*/ 64 w 80"/>
                <a:gd name="T45" fmla="*/ 88 h 121"/>
                <a:gd name="T46" fmla="*/ 48 w 80"/>
                <a:gd name="T47" fmla="*/ 83 h 121"/>
                <a:gd name="T48" fmla="*/ 18 w 80"/>
                <a:gd name="T49" fmla="*/ 89 h 121"/>
                <a:gd name="T50" fmla="*/ 16 w 80"/>
                <a:gd name="T51" fmla="*/ 105 h 121"/>
                <a:gd name="T52" fmla="*/ 28 w 80"/>
                <a:gd name="T53" fmla="*/ 113 h 121"/>
                <a:gd name="T54" fmla="*/ 59 w 80"/>
                <a:gd name="T55" fmla="*/ 110 h 121"/>
                <a:gd name="T56" fmla="*/ 50 w 80"/>
                <a:gd name="T57" fmla="*/ 27 h 121"/>
                <a:gd name="T58" fmla="*/ 35 w 80"/>
                <a:gd name="T59" fmla="*/ 6 h 121"/>
                <a:gd name="T60" fmla="*/ 24 w 80"/>
                <a:gd name="T61" fmla="*/ 12 h 121"/>
                <a:gd name="T62" fmla="*/ 21 w 80"/>
                <a:gd name="T63" fmla="*/ 26 h 121"/>
                <a:gd name="T64" fmla="*/ 35 w 80"/>
                <a:gd name="T65" fmla="*/ 47 h 121"/>
                <a:gd name="T66" fmla="*/ 50 w 80"/>
                <a:gd name="T67" fmla="*/ 2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121">
                  <a:moveTo>
                    <a:pt x="73" y="76"/>
                  </a:moveTo>
                  <a:cubicBezTo>
                    <a:pt x="75" y="78"/>
                    <a:pt x="77" y="80"/>
                    <a:pt x="78" y="83"/>
                  </a:cubicBezTo>
                  <a:cubicBezTo>
                    <a:pt x="79" y="85"/>
                    <a:pt x="80" y="89"/>
                    <a:pt x="80" y="93"/>
                  </a:cubicBezTo>
                  <a:cubicBezTo>
                    <a:pt x="80" y="97"/>
                    <a:pt x="79" y="100"/>
                    <a:pt x="77" y="104"/>
                  </a:cubicBezTo>
                  <a:cubicBezTo>
                    <a:pt x="76" y="107"/>
                    <a:pt x="73" y="110"/>
                    <a:pt x="69" y="113"/>
                  </a:cubicBezTo>
                  <a:cubicBezTo>
                    <a:pt x="66" y="115"/>
                    <a:pt x="61" y="117"/>
                    <a:pt x="56" y="119"/>
                  </a:cubicBezTo>
                  <a:cubicBezTo>
                    <a:pt x="51" y="120"/>
                    <a:pt x="45" y="121"/>
                    <a:pt x="37" y="121"/>
                  </a:cubicBezTo>
                  <a:cubicBezTo>
                    <a:pt x="25" y="121"/>
                    <a:pt x="15" y="119"/>
                    <a:pt x="9" y="116"/>
                  </a:cubicBezTo>
                  <a:cubicBezTo>
                    <a:pt x="3" y="112"/>
                    <a:pt x="0" y="107"/>
                    <a:pt x="0" y="100"/>
                  </a:cubicBezTo>
                  <a:cubicBezTo>
                    <a:pt x="0" y="94"/>
                    <a:pt x="2" y="90"/>
                    <a:pt x="7" y="86"/>
                  </a:cubicBezTo>
                  <a:cubicBezTo>
                    <a:pt x="11" y="83"/>
                    <a:pt x="17" y="81"/>
                    <a:pt x="24" y="81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2" y="79"/>
                    <a:pt x="20" y="79"/>
                    <a:pt x="18" y="78"/>
                  </a:cubicBezTo>
                  <a:cubicBezTo>
                    <a:pt x="17" y="77"/>
                    <a:pt x="15" y="76"/>
                    <a:pt x="14" y="75"/>
                  </a:cubicBezTo>
                  <a:cubicBezTo>
                    <a:pt x="12" y="74"/>
                    <a:pt x="11" y="73"/>
                    <a:pt x="10" y="71"/>
                  </a:cubicBezTo>
                  <a:cubicBezTo>
                    <a:pt x="9" y="70"/>
                    <a:pt x="9" y="68"/>
                    <a:pt x="9" y="65"/>
                  </a:cubicBezTo>
                  <a:cubicBezTo>
                    <a:pt x="9" y="62"/>
                    <a:pt x="10" y="60"/>
                    <a:pt x="12" y="57"/>
                  </a:cubicBezTo>
                  <a:cubicBezTo>
                    <a:pt x="14" y="55"/>
                    <a:pt x="17" y="53"/>
                    <a:pt x="22" y="51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6" y="47"/>
                    <a:pt x="12" y="44"/>
                    <a:pt x="9" y="40"/>
                  </a:cubicBezTo>
                  <a:cubicBezTo>
                    <a:pt x="6" y="36"/>
                    <a:pt x="5" y="32"/>
                    <a:pt x="5" y="26"/>
                  </a:cubicBezTo>
                  <a:cubicBezTo>
                    <a:pt x="5" y="19"/>
                    <a:pt x="8" y="12"/>
                    <a:pt x="13" y="7"/>
                  </a:cubicBezTo>
                  <a:cubicBezTo>
                    <a:pt x="19" y="2"/>
                    <a:pt x="27" y="0"/>
                    <a:pt x="36" y="0"/>
                  </a:cubicBezTo>
                  <a:cubicBezTo>
                    <a:pt x="38" y="0"/>
                    <a:pt x="41" y="0"/>
                    <a:pt x="43" y="1"/>
                  </a:cubicBezTo>
                  <a:cubicBezTo>
                    <a:pt x="46" y="1"/>
                    <a:pt x="48" y="2"/>
                    <a:pt x="51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2" y="13"/>
                    <a:pt x="64" y="16"/>
                    <a:pt x="65" y="19"/>
                  </a:cubicBezTo>
                  <a:cubicBezTo>
                    <a:pt x="66" y="22"/>
                    <a:pt x="66" y="25"/>
                    <a:pt x="66" y="27"/>
                  </a:cubicBezTo>
                  <a:cubicBezTo>
                    <a:pt x="66" y="35"/>
                    <a:pt x="63" y="41"/>
                    <a:pt x="57" y="46"/>
                  </a:cubicBezTo>
                  <a:cubicBezTo>
                    <a:pt x="51" y="51"/>
                    <a:pt x="45" y="53"/>
                    <a:pt x="37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5" y="54"/>
                    <a:pt x="24" y="54"/>
                    <a:pt x="23" y="56"/>
                  </a:cubicBezTo>
                  <a:cubicBezTo>
                    <a:pt x="21" y="57"/>
                    <a:pt x="21" y="58"/>
                    <a:pt x="21" y="60"/>
                  </a:cubicBezTo>
                  <a:cubicBezTo>
                    <a:pt x="21" y="62"/>
                    <a:pt x="21" y="64"/>
                    <a:pt x="22" y="65"/>
                  </a:cubicBezTo>
                  <a:cubicBezTo>
                    <a:pt x="24" y="66"/>
                    <a:pt x="25" y="67"/>
                    <a:pt x="27" y="67"/>
                  </a:cubicBezTo>
                  <a:cubicBezTo>
                    <a:pt x="28" y="68"/>
                    <a:pt x="30" y="68"/>
                    <a:pt x="32" y="68"/>
                  </a:cubicBezTo>
                  <a:cubicBezTo>
                    <a:pt x="34" y="68"/>
                    <a:pt x="37" y="68"/>
                    <a:pt x="39" y="68"/>
                  </a:cubicBezTo>
                  <a:cubicBezTo>
                    <a:pt x="41" y="68"/>
                    <a:pt x="45" y="68"/>
                    <a:pt x="49" y="69"/>
                  </a:cubicBezTo>
                  <a:cubicBezTo>
                    <a:pt x="53" y="69"/>
                    <a:pt x="56" y="69"/>
                    <a:pt x="58" y="69"/>
                  </a:cubicBezTo>
                  <a:cubicBezTo>
                    <a:pt x="60" y="69"/>
                    <a:pt x="63" y="70"/>
                    <a:pt x="66" y="71"/>
                  </a:cubicBezTo>
                  <a:cubicBezTo>
                    <a:pt x="68" y="72"/>
                    <a:pt x="71" y="74"/>
                    <a:pt x="73" y="76"/>
                  </a:cubicBezTo>
                  <a:close/>
                  <a:moveTo>
                    <a:pt x="66" y="96"/>
                  </a:moveTo>
                  <a:cubicBezTo>
                    <a:pt x="66" y="93"/>
                    <a:pt x="65" y="90"/>
                    <a:pt x="64" y="88"/>
                  </a:cubicBezTo>
                  <a:cubicBezTo>
                    <a:pt x="63" y="86"/>
                    <a:pt x="60" y="85"/>
                    <a:pt x="57" y="84"/>
                  </a:cubicBezTo>
                  <a:cubicBezTo>
                    <a:pt x="56" y="84"/>
                    <a:pt x="53" y="84"/>
                    <a:pt x="48" y="83"/>
                  </a:cubicBezTo>
                  <a:cubicBezTo>
                    <a:pt x="43" y="83"/>
                    <a:pt x="37" y="83"/>
                    <a:pt x="31" y="83"/>
                  </a:cubicBezTo>
                  <a:cubicBezTo>
                    <a:pt x="25" y="84"/>
                    <a:pt x="21" y="86"/>
                    <a:pt x="18" y="89"/>
                  </a:cubicBezTo>
                  <a:cubicBezTo>
                    <a:pt x="16" y="91"/>
                    <a:pt x="15" y="95"/>
                    <a:pt x="15" y="99"/>
                  </a:cubicBezTo>
                  <a:cubicBezTo>
                    <a:pt x="15" y="101"/>
                    <a:pt x="15" y="103"/>
                    <a:pt x="16" y="105"/>
                  </a:cubicBezTo>
                  <a:cubicBezTo>
                    <a:pt x="17" y="107"/>
                    <a:pt x="18" y="108"/>
                    <a:pt x="20" y="110"/>
                  </a:cubicBezTo>
                  <a:cubicBezTo>
                    <a:pt x="22" y="111"/>
                    <a:pt x="25" y="112"/>
                    <a:pt x="28" y="113"/>
                  </a:cubicBezTo>
                  <a:cubicBezTo>
                    <a:pt x="31" y="114"/>
                    <a:pt x="35" y="115"/>
                    <a:pt x="40" y="115"/>
                  </a:cubicBezTo>
                  <a:cubicBezTo>
                    <a:pt x="48" y="115"/>
                    <a:pt x="54" y="113"/>
                    <a:pt x="59" y="110"/>
                  </a:cubicBezTo>
                  <a:cubicBezTo>
                    <a:pt x="64" y="107"/>
                    <a:pt x="66" y="102"/>
                    <a:pt x="66" y="96"/>
                  </a:cubicBezTo>
                  <a:close/>
                  <a:moveTo>
                    <a:pt x="50" y="27"/>
                  </a:moveTo>
                  <a:cubicBezTo>
                    <a:pt x="50" y="20"/>
                    <a:pt x="49" y="15"/>
                    <a:pt x="46" y="11"/>
                  </a:cubicBezTo>
                  <a:cubicBezTo>
                    <a:pt x="44" y="8"/>
                    <a:pt x="40" y="6"/>
                    <a:pt x="35" y="6"/>
                  </a:cubicBezTo>
                  <a:cubicBezTo>
                    <a:pt x="33" y="6"/>
                    <a:pt x="30" y="6"/>
                    <a:pt x="28" y="7"/>
                  </a:cubicBezTo>
                  <a:cubicBezTo>
                    <a:pt x="27" y="8"/>
                    <a:pt x="25" y="10"/>
                    <a:pt x="24" y="12"/>
                  </a:cubicBezTo>
                  <a:cubicBezTo>
                    <a:pt x="23" y="14"/>
                    <a:pt x="22" y="16"/>
                    <a:pt x="22" y="19"/>
                  </a:cubicBezTo>
                  <a:cubicBezTo>
                    <a:pt x="21" y="21"/>
                    <a:pt x="21" y="24"/>
                    <a:pt x="21" y="26"/>
                  </a:cubicBezTo>
                  <a:cubicBezTo>
                    <a:pt x="21" y="33"/>
                    <a:pt x="22" y="38"/>
                    <a:pt x="25" y="42"/>
                  </a:cubicBezTo>
                  <a:cubicBezTo>
                    <a:pt x="28" y="45"/>
                    <a:pt x="31" y="47"/>
                    <a:pt x="35" y="47"/>
                  </a:cubicBezTo>
                  <a:cubicBezTo>
                    <a:pt x="40" y="47"/>
                    <a:pt x="44" y="45"/>
                    <a:pt x="46" y="42"/>
                  </a:cubicBezTo>
                  <a:cubicBezTo>
                    <a:pt x="49" y="38"/>
                    <a:pt x="50" y="33"/>
                    <a:pt x="5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7A74D1B9-39FA-4227-9055-4D03C31949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7" y="1929"/>
              <a:ext cx="227" cy="281"/>
            </a:xfrm>
            <a:custGeom>
              <a:avLst/>
              <a:gdLst>
                <a:gd name="T0" fmla="*/ 84 w 96"/>
                <a:gd name="T1" fmla="*/ 63 h 118"/>
                <a:gd name="T2" fmla="*/ 92 w 96"/>
                <a:gd name="T3" fmla="*/ 72 h 118"/>
                <a:gd name="T4" fmla="*/ 96 w 96"/>
                <a:gd name="T5" fmla="*/ 86 h 118"/>
                <a:gd name="T6" fmla="*/ 92 w 96"/>
                <a:gd name="T7" fmla="*/ 100 h 118"/>
                <a:gd name="T8" fmla="*/ 83 w 96"/>
                <a:gd name="T9" fmla="*/ 110 h 118"/>
                <a:gd name="T10" fmla="*/ 70 w 96"/>
                <a:gd name="T11" fmla="*/ 116 h 118"/>
                <a:gd name="T12" fmla="*/ 56 w 96"/>
                <a:gd name="T13" fmla="*/ 118 h 118"/>
                <a:gd name="T14" fmla="*/ 0 w 96"/>
                <a:gd name="T15" fmla="*/ 118 h 118"/>
                <a:gd name="T16" fmla="*/ 0 w 96"/>
                <a:gd name="T17" fmla="*/ 112 h 118"/>
                <a:gd name="T18" fmla="*/ 6 w 96"/>
                <a:gd name="T19" fmla="*/ 112 h 118"/>
                <a:gd name="T20" fmla="*/ 11 w 96"/>
                <a:gd name="T21" fmla="*/ 110 h 118"/>
                <a:gd name="T22" fmla="*/ 15 w 96"/>
                <a:gd name="T23" fmla="*/ 107 h 118"/>
                <a:gd name="T24" fmla="*/ 16 w 96"/>
                <a:gd name="T25" fmla="*/ 102 h 118"/>
                <a:gd name="T26" fmla="*/ 16 w 96"/>
                <a:gd name="T27" fmla="*/ 17 h 118"/>
                <a:gd name="T28" fmla="*/ 15 w 96"/>
                <a:gd name="T29" fmla="*/ 12 h 118"/>
                <a:gd name="T30" fmla="*/ 11 w 96"/>
                <a:gd name="T31" fmla="*/ 9 h 118"/>
                <a:gd name="T32" fmla="*/ 6 w 96"/>
                <a:gd name="T33" fmla="*/ 7 h 118"/>
                <a:gd name="T34" fmla="*/ 0 w 96"/>
                <a:gd name="T35" fmla="*/ 6 h 118"/>
                <a:gd name="T36" fmla="*/ 0 w 96"/>
                <a:gd name="T37" fmla="*/ 0 h 118"/>
                <a:gd name="T38" fmla="*/ 55 w 96"/>
                <a:gd name="T39" fmla="*/ 0 h 118"/>
                <a:gd name="T40" fmla="*/ 67 w 96"/>
                <a:gd name="T41" fmla="*/ 1 h 118"/>
                <a:gd name="T42" fmla="*/ 78 w 96"/>
                <a:gd name="T43" fmla="*/ 6 h 118"/>
                <a:gd name="T44" fmla="*/ 86 w 96"/>
                <a:gd name="T45" fmla="*/ 14 h 118"/>
                <a:gd name="T46" fmla="*/ 89 w 96"/>
                <a:gd name="T47" fmla="*/ 26 h 118"/>
                <a:gd name="T48" fmla="*/ 87 w 96"/>
                <a:gd name="T49" fmla="*/ 37 h 118"/>
                <a:gd name="T50" fmla="*/ 81 w 96"/>
                <a:gd name="T51" fmla="*/ 45 h 118"/>
                <a:gd name="T52" fmla="*/ 72 w 96"/>
                <a:gd name="T53" fmla="*/ 51 h 118"/>
                <a:gd name="T54" fmla="*/ 61 w 96"/>
                <a:gd name="T55" fmla="*/ 54 h 118"/>
                <a:gd name="T56" fmla="*/ 61 w 96"/>
                <a:gd name="T57" fmla="*/ 55 h 118"/>
                <a:gd name="T58" fmla="*/ 73 w 96"/>
                <a:gd name="T59" fmla="*/ 58 h 118"/>
                <a:gd name="T60" fmla="*/ 84 w 96"/>
                <a:gd name="T61" fmla="*/ 63 h 118"/>
                <a:gd name="T62" fmla="*/ 64 w 96"/>
                <a:gd name="T63" fmla="*/ 45 h 118"/>
                <a:gd name="T64" fmla="*/ 68 w 96"/>
                <a:gd name="T65" fmla="*/ 38 h 118"/>
                <a:gd name="T66" fmla="*/ 69 w 96"/>
                <a:gd name="T67" fmla="*/ 27 h 118"/>
                <a:gd name="T68" fmla="*/ 64 w 96"/>
                <a:gd name="T69" fmla="*/ 12 h 118"/>
                <a:gd name="T70" fmla="*/ 47 w 96"/>
                <a:gd name="T71" fmla="*/ 7 h 118"/>
                <a:gd name="T72" fmla="*/ 40 w 96"/>
                <a:gd name="T73" fmla="*/ 7 h 118"/>
                <a:gd name="T74" fmla="*/ 34 w 96"/>
                <a:gd name="T75" fmla="*/ 7 h 118"/>
                <a:gd name="T76" fmla="*/ 34 w 96"/>
                <a:gd name="T77" fmla="*/ 52 h 118"/>
                <a:gd name="T78" fmla="*/ 44 w 96"/>
                <a:gd name="T79" fmla="*/ 52 h 118"/>
                <a:gd name="T80" fmla="*/ 56 w 96"/>
                <a:gd name="T81" fmla="*/ 51 h 118"/>
                <a:gd name="T82" fmla="*/ 64 w 96"/>
                <a:gd name="T83" fmla="*/ 45 h 118"/>
                <a:gd name="T84" fmla="*/ 75 w 96"/>
                <a:gd name="T85" fmla="*/ 83 h 118"/>
                <a:gd name="T86" fmla="*/ 68 w 96"/>
                <a:gd name="T87" fmla="*/ 66 h 118"/>
                <a:gd name="T88" fmla="*/ 48 w 96"/>
                <a:gd name="T89" fmla="*/ 59 h 118"/>
                <a:gd name="T90" fmla="*/ 39 w 96"/>
                <a:gd name="T91" fmla="*/ 59 h 118"/>
                <a:gd name="T92" fmla="*/ 34 w 96"/>
                <a:gd name="T93" fmla="*/ 59 h 118"/>
                <a:gd name="T94" fmla="*/ 34 w 96"/>
                <a:gd name="T95" fmla="*/ 101 h 118"/>
                <a:gd name="T96" fmla="*/ 38 w 96"/>
                <a:gd name="T97" fmla="*/ 109 h 118"/>
                <a:gd name="T98" fmla="*/ 50 w 96"/>
                <a:gd name="T99" fmla="*/ 112 h 118"/>
                <a:gd name="T100" fmla="*/ 69 w 96"/>
                <a:gd name="T101" fmla="*/ 104 h 118"/>
                <a:gd name="T102" fmla="*/ 75 w 96"/>
                <a:gd name="T103" fmla="*/ 8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6" h="118">
                  <a:moveTo>
                    <a:pt x="84" y="63"/>
                  </a:moveTo>
                  <a:cubicBezTo>
                    <a:pt x="87" y="65"/>
                    <a:pt x="90" y="69"/>
                    <a:pt x="92" y="72"/>
                  </a:cubicBezTo>
                  <a:cubicBezTo>
                    <a:pt x="95" y="76"/>
                    <a:pt x="96" y="81"/>
                    <a:pt x="96" y="86"/>
                  </a:cubicBezTo>
                  <a:cubicBezTo>
                    <a:pt x="96" y="92"/>
                    <a:pt x="95" y="96"/>
                    <a:pt x="92" y="100"/>
                  </a:cubicBezTo>
                  <a:cubicBezTo>
                    <a:pt x="90" y="104"/>
                    <a:pt x="87" y="108"/>
                    <a:pt x="83" y="110"/>
                  </a:cubicBezTo>
                  <a:cubicBezTo>
                    <a:pt x="79" y="113"/>
                    <a:pt x="75" y="115"/>
                    <a:pt x="70" y="116"/>
                  </a:cubicBezTo>
                  <a:cubicBezTo>
                    <a:pt x="66" y="117"/>
                    <a:pt x="61" y="118"/>
                    <a:pt x="56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" y="112"/>
                    <a:pt x="3" y="112"/>
                    <a:pt x="6" y="112"/>
                  </a:cubicBezTo>
                  <a:cubicBezTo>
                    <a:pt x="8" y="111"/>
                    <a:pt x="10" y="111"/>
                    <a:pt x="11" y="110"/>
                  </a:cubicBezTo>
                  <a:cubicBezTo>
                    <a:pt x="13" y="109"/>
                    <a:pt x="14" y="108"/>
                    <a:pt x="15" y="107"/>
                  </a:cubicBezTo>
                  <a:cubicBezTo>
                    <a:pt x="16" y="106"/>
                    <a:pt x="16" y="104"/>
                    <a:pt x="16" y="10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5"/>
                    <a:pt x="16" y="14"/>
                    <a:pt x="15" y="12"/>
                  </a:cubicBezTo>
                  <a:cubicBezTo>
                    <a:pt x="14" y="11"/>
                    <a:pt x="13" y="10"/>
                    <a:pt x="11" y="9"/>
                  </a:cubicBezTo>
                  <a:cubicBezTo>
                    <a:pt x="9" y="8"/>
                    <a:pt x="8" y="7"/>
                    <a:pt x="6" y="7"/>
                  </a:cubicBezTo>
                  <a:cubicBezTo>
                    <a:pt x="4" y="6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9" y="0"/>
                    <a:pt x="63" y="1"/>
                    <a:pt x="67" y="1"/>
                  </a:cubicBezTo>
                  <a:cubicBezTo>
                    <a:pt x="71" y="2"/>
                    <a:pt x="75" y="4"/>
                    <a:pt x="78" y="6"/>
                  </a:cubicBezTo>
                  <a:cubicBezTo>
                    <a:pt x="81" y="8"/>
                    <a:pt x="84" y="10"/>
                    <a:pt x="86" y="14"/>
                  </a:cubicBezTo>
                  <a:cubicBezTo>
                    <a:pt x="88" y="17"/>
                    <a:pt x="89" y="21"/>
                    <a:pt x="89" y="26"/>
                  </a:cubicBezTo>
                  <a:cubicBezTo>
                    <a:pt x="89" y="30"/>
                    <a:pt x="89" y="34"/>
                    <a:pt x="87" y="37"/>
                  </a:cubicBezTo>
                  <a:cubicBezTo>
                    <a:pt x="86" y="40"/>
                    <a:pt x="83" y="43"/>
                    <a:pt x="81" y="45"/>
                  </a:cubicBezTo>
                  <a:cubicBezTo>
                    <a:pt x="78" y="47"/>
                    <a:pt x="75" y="49"/>
                    <a:pt x="72" y="51"/>
                  </a:cubicBezTo>
                  <a:cubicBezTo>
                    <a:pt x="69" y="52"/>
                    <a:pt x="65" y="54"/>
                    <a:pt x="61" y="54"/>
                  </a:cubicBezTo>
                  <a:cubicBezTo>
                    <a:pt x="61" y="55"/>
                    <a:pt x="61" y="55"/>
                    <a:pt x="61" y="55"/>
                  </a:cubicBezTo>
                  <a:cubicBezTo>
                    <a:pt x="65" y="56"/>
                    <a:pt x="68" y="56"/>
                    <a:pt x="73" y="58"/>
                  </a:cubicBezTo>
                  <a:cubicBezTo>
                    <a:pt x="77" y="59"/>
                    <a:pt x="80" y="61"/>
                    <a:pt x="84" y="63"/>
                  </a:cubicBezTo>
                  <a:close/>
                  <a:moveTo>
                    <a:pt x="64" y="45"/>
                  </a:moveTo>
                  <a:cubicBezTo>
                    <a:pt x="66" y="43"/>
                    <a:pt x="67" y="40"/>
                    <a:pt x="68" y="38"/>
                  </a:cubicBezTo>
                  <a:cubicBezTo>
                    <a:pt x="69" y="35"/>
                    <a:pt x="69" y="31"/>
                    <a:pt x="69" y="27"/>
                  </a:cubicBezTo>
                  <a:cubicBezTo>
                    <a:pt x="69" y="21"/>
                    <a:pt x="67" y="16"/>
                    <a:pt x="64" y="12"/>
                  </a:cubicBezTo>
                  <a:cubicBezTo>
                    <a:pt x="60" y="8"/>
                    <a:pt x="55" y="7"/>
                    <a:pt x="47" y="7"/>
                  </a:cubicBezTo>
                  <a:cubicBezTo>
                    <a:pt x="45" y="7"/>
                    <a:pt x="43" y="7"/>
                    <a:pt x="40" y="7"/>
                  </a:cubicBezTo>
                  <a:cubicBezTo>
                    <a:pt x="38" y="7"/>
                    <a:pt x="35" y="7"/>
                    <a:pt x="34" y="7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9" y="52"/>
                    <a:pt x="53" y="52"/>
                    <a:pt x="56" y="51"/>
                  </a:cubicBezTo>
                  <a:cubicBezTo>
                    <a:pt x="59" y="49"/>
                    <a:pt x="62" y="48"/>
                    <a:pt x="64" y="45"/>
                  </a:cubicBezTo>
                  <a:close/>
                  <a:moveTo>
                    <a:pt x="75" y="83"/>
                  </a:moveTo>
                  <a:cubicBezTo>
                    <a:pt x="75" y="76"/>
                    <a:pt x="73" y="70"/>
                    <a:pt x="68" y="66"/>
                  </a:cubicBezTo>
                  <a:cubicBezTo>
                    <a:pt x="63" y="61"/>
                    <a:pt x="57" y="59"/>
                    <a:pt x="48" y="59"/>
                  </a:cubicBezTo>
                  <a:cubicBezTo>
                    <a:pt x="45" y="59"/>
                    <a:pt x="42" y="59"/>
                    <a:pt x="39" y="59"/>
                  </a:cubicBezTo>
                  <a:cubicBezTo>
                    <a:pt x="37" y="59"/>
                    <a:pt x="35" y="59"/>
                    <a:pt x="34" y="59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4" y="104"/>
                    <a:pt x="35" y="107"/>
                    <a:pt x="38" y="109"/>
                  </a:cubicBezTo>
                  <a:cubicBezTo>
                    <a:pt x="41" y="111"/>
                    <a:pt x="45" y="112"/>
                    <a:pt x="50" y="112"/>
                  </a:cubicBezTo>
                  <a:cubicBezTo>
                    <a:pt x="58" y="112"/>
                    <a:pt x="64" y="109"/>
                    <a:pt x="69" y="104"/>
                  </a:cubicBezTo>
                  <a:cubicBezTo>
                    <a:pt x="73" y="99"/>
                    <a:pt x="75" y="92"/>
                    <a:pt x="75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FAA44BAD-A374-4B0F-BBC6-E212258D71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1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40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3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4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2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2 w 73"/>
                <a:gd name="T53" fmla="*/ 15 h 86"/>
                <a:gd name="T54" fmla="*/ 46 w 73"/>
                <a:gd name="T55" fmla="*/ 9 h 86"/>
                <a:gd name="T56" fmla="*/ 38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70" y="71"/>
                    <a:pt x="65" y="77"/>
                    <a:pt x="59" y="80"/>
                  </a:cubicBezTo>
                  <a:cubicBezTo>
                    <a:pt x="54" y="84"/>
                    <a:pt x="47" y="86"/>
                    <a:pt x="40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7" y="69"/>
                    <a:pt x="4" y="65"/>
                    <a:pt x="3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5" y="22"/>
                    <a:pt x="7" y="17"/>
                    <a:pt x="10" y="13"/>
                  </a:cubicBezTo>
                  <a:cubicBezTo>
                    <a:pt x="14" y="9"/>
                    <a:pt x="17" y="6"/>
                    <a:pt x="22" y="3"/>
                  </a:cubicBezTo>
                  <a:cubicBezTo>
                    <a:pt x="27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4"/>
                    <a:pt x="61" y="7"/>
                    <a:pt x="64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1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2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1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5" y="27"/>
                    <a:pt x="54" y="24"/>
                  </a:cubicBezTo>
                  <a:cubicBezTo>
                    <a:pt x="54" y="20"/>
                    <a:pt x="53" y="17"/>
                    <a:pt x="52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8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A12A40A8-8724-4B20-9C5C-A7ADD6DB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014"/>
              <a:ext cx="209" cy="284"/>
            </a:xfrm>
            <a:custGeom>
              <a:avLst/>
              <a:gdLst>
                <a:gd name="T0" fmla="*/ 1 w 88"/>
                <a:gd name="T1" fmla="*/ 109 h 119"/>
                <a:gd name="T2" fmla="*/ 3 w 88"/>
                <a:gd name="T3" fmla="*/ 102 h 119"/>
                <a:gd name="T4" fmla="*/ 9 w 88"/>
                <a:gd name="T5" fmla="*/ 100 h 119"/>
                <a:gd name="T6" fmla="*/ 14 w 88"/>
                <a:gd name="T7" fmla="*/ 101 h 119"/>
                <a:gd name="T8" fmla="*/ 17 w 88"/>
                <a:gd name="T9" fmla="*/ 103 h 119"/>
                <a:gd name="T10" fmla="*/ 20 w 88"/>
                <a:gd name="T11" fmla="*/ 106 h 119"/>
                <a:gd name="T12" fmla="*/ 22 w 88"/>
                <a:gd name="T13" fmla="*/ 110 h 119"/>
                <a:gd name="T14" fmla="*/ 32 w 88"/>
                <a:gd name="T15" fmla="*/ 98 h 119"/>
                <a:gd name="T16" fmla="*/ 40 w 88"/>
                <a:gd name="T17" fmla="*/ 82 h 119"/>
                <a:gd name="T18" fmla="*/ 26 w 88"/>
                <a:gd name="T19" fmla="*/ 46 h 119"/>
                <a:gd name="T20" fmla="*/ 13 w 88"/>
                <a:gd name="T21" fmla="*/ 14 h 119"/>
                <a:gd name="T22" fmla="*/ 7 w 88"/>
                <a:gd name="T23" fmla="*/ 8 h 119"/>
                <a:gd name="T24" fmla="*/ 0 w 88"/>
                <a:gd name="T25" fmla="*/ 6 h 119"/>
                <a:gd name="T26" fmla="*/ 0 w 88"/>
                <a:gd name="T27" fmla="*/ 0 h 119"/>
                <a:gd name="T28" fmla="*/ 37 w 88"/>
                <a:gd name="T29" fmla="*/ 0 h 119"/>
                <a:gd name="T30" fmla="*/ 37 w 88"/>
                <a:gd name="T31" fmla="*/ 6 h 119"/>
                <a:gd name="T32" fmla="*/ 31 w 88"/>
                <a:gd name="T33" fmla="*/ 7 h 119"/>
                <a:gd name="T34" fmla="*/ 28 w 88"/>
                <a:gd name="T35" fmla="*/ 9 h 119"/>
                <a:gd name="T36" fmla="*/ 28 w 88"/>
                <a:gd name="T37" fmla="*/ 11 h 119"/>
                <a:gd name="T38" fmla="*/ 29 w 88"/>
                <a:gd name="T39" fmla="*/ 13 h 119"/>
                <a:gd name="T40" fmla="*/ 39 w 88"/>
                <a:gd name="T41" fmla="*/ 37 h 119"/>
                <a:gd name="T42" fmla="*/ 49 w 88"/>
                <a:gd name="T43" fmla="*/ 62 h 119"/>
                <a:gd name="T44" fmla="*/ 56 w 88"/>
                <a:gd name="T45" fmla="*/ 43 h 119"/>
                <a:gd name="T46" fmla="*/ 66 w 88"/>
                <a:gd name="T47" fmla="*/ 21 h 119"/>
                <a:gd name="T48" fmla="*/ 67 w 88"/>
                <a:gd name="T49" fmla="*/ 17 h 119"/>
                <a:gd name="T50" fmla="*/ 68 w 88"/>
                <a:gd name="T51" fmla="*/ 12 h 119"/>
                <a:gd name="T52" fmla="*/ 64 w 88"/>
                <a:gd name="T53" fmla="*/ 8 h 119"/>
                <a:gd name="T54" fmla="*/ 57 w 88"/>
                <a:gd name="T55" fmla="*/ 5 h 119"/>
                <a:gd name="T56" fmla="*/ 57 w 88"/>
                <a:gd name="T57" fmla="*/ 0 h 119"/>
                <a:gd name="T58" fmla="*/ 88 w 88"/>
                <a:gd name="T59" fmla="*/ 0 h 119"/>
                <a:gd name="T60" fmla="*/ 88 w 88"/>
                <a:gd name="T61" fmla="*/ 5 h 119"/>
                <a:gd name="T62" fmla="*/ 81 w 88"/>
                <a:gd name="T63" fmla="*/ 8 h 119"/>
                <a:gd name="T64" fmla="*/ 75 w 88"/>
                <a:gd name="T65" fmla="*/ 15 h 119"/>
                <a:gd name="T66" fmla="*/ 57 w 88"/>
                <a:gd name="T67" fmla="*/ 57 h 119"/>
                <a:gd name="T68" fmla="*/ 46 w 88"/>
                <a:gd name="T69" fmla="*/ 85 h 119"/>
                <a:gd name="T70" fmla="*/ 36 w 88"/>
                <a:gd name="T71" fmla="*/ 103 h 119"/>
                <a:gd name="T72" fmla="*/ 28 w 88"/>
                <a:gd name="T73" fmla="*/ 113 h 119"/>
                <a:gd name="T74" fmla="*/ 21 w 88"/>
                <a:gd name="T75" fmla="*/ 118 h 119"/>
                <a:gd name="T76" fmla="*/ 15 w 88"/>
                <a:gd name="T77" fmla="*/ 119 h 119"/>
                <a:gd name="T78" fmla="*/ 5 w 88"/>
                <a:gd name="T79" fmla="*/ 116 h 119"/>
                <a:gd name="T80" fmla="*/ 1 w 88"/>
                <a:gd name="T81" fmla="*/ 10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8" h="119">
                  <a:moveTo>
                    <a:pt x="1" y="109"/>
                  </a:moveTo>
                  <a:cubicBezTo>
                    <a:pt x="1" y="106"/>
                    <a:pt x="2" y="104"/>
                    <a:pt x="3" y="102"/>
                  </a:cubicBezTo>
                  <a:cubicBezTo>
                    <a:pt x="5" y="100"/>
                    <a:pt x="7" y="100"/>
                    <a:pt x="9" y="100"/>
                  </a:cubicBezTo>
                  <a:cubicBezTo>
                    <a:pt x="11" y="100"/>
                    <a:pt x="12" y="100"/>
                    <a:pt x="14" y="101"/>
                  </a:cubicBezTo>
                  <a:cubicBezTo>
                    <a:pt x="15" y="101"/>
                    <a:pt x="16" y="102"/>
                    <a:pt x="17" y="103"/>
                  </a:cubicBezTo>
                  <a:cubicBezTo>
                    <a:pt x="18" y="104"/>
                    <a:pt x="19" y="105"/>
                    <a:pt x="20" y="106"/>
                  </a:cubicBezTo>
                  <a:cubicBezTo>
                    <a:pt x="21" y="108"/>
                    <a:pt x="21" y="109"/>
                    <a:pt x="22" y="110"/>
                  </a:cubicBezTo>
                  <a:cubicBezTo>
                    <a:pt x="25" y="109"/>
                    <a:pt x="28" y="105"/>
                    <a:pt x="32" y="98"/>
                  </a:cubicBezTo>
                  <a:cubicBezTo>
                    <a:pt x="36" y="92"/>
                    <a:pt x="39" y="86"/>
                    <a:pt x="40" y="82"/>
                  </a:cubicBezTo>
                  <a:cubicBezTo>
                    <a:pt x="35" y="69"/>
                    <a:pt x="30" y="57"/>
                    <a:pt x="26" y="46"/>
                  </a:cubicBezTo>
                  <a:cubicBezTo>
                    <a:pt x="22" y="36"/>
                    <a:pt x="17" y="25"/>
                    <a:pt x="13" y="14"/>
                  </a:cubicBezTo>
                  <a:cubicBezTo>
                    <a:pt x="12" y="12"/>
                    <a:pt x="10" y="10"/>
                    <a:pt x="7" y="8"/>
                  </a:cubicBezTo>
                  <a:cubicBezTo>
                    <a:pt x="5" y="7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6"/>
                    <a:pt x="34" y="6"/>
                    <a:pt x="31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10"/>
                    <a:pt x="28" y="10"/>
                    <a:pt x="28" y="11"/>
                  </a:cubicBezTo>
                  <a:cubicBezTo>
                    <a:pt x="28" y="12"/>
                    <a:pt x="29" y="12"/>
                    <a:pt x="29" y="13"/>
                  </a:cubicBezTo>
                  <a:cubicBezTo>
                    <a:pt x="31" y="19"/>
                    <a:pt x="34" y="27"/>
                    <a:pt x="39" y="37"/>
                  </a:cubicBezTo>
                  <a:cubicBezTo>
                    <a:pt x="43" y="47"/>
                    <a:pt x="46" y="56"/>
                    <a:pt x="49" y="62"/>
                  </a:cubicBezTo>
                  <a:cubicBezTo>
                    <a:pt x="51" y="56"/>
                    <a:pt x="54" y="50"/>
                    <a:pt x="56" y="43"/>
                  </a:cubicBezTo>
                  <a:cubicBezTo>
                    <a:pt x="59" y="37"/>
                    <a:pt x="62" y="30"/>
                    <a:pt x="66" y="21"/>
                  </a:cubicBezTo>
                  <a:cubicBezTo>
                    <a:pt x="66" y="20"/>
                    <a:pt x="66" y="18"/>
                    <a:pt x="67" y="17"/>
                  </a:cubicBezTo>
                  <a:cubicBezTo>
                    <a:pt x="68" y="15"/>
                    <a:pt x="68" y="13"/>
                    <a:pt x="68" y="12"/>
                  </a:cubicBezTo>
                  <a:cubicBezTo>
                    <a:pt x="68" y="10"/>
                    <a:pt x="67" y="9"/>
                    <a:pt x="64" y="8"/>
                  </a:cubicBezTo>
                  <a:cubicBezTo>
                    <a:pt x="62" y="6"/>
                    <a:pt x="60" y="6"/>
                    <a:pt x="57" y="5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6" y="6"/>
                    <a:pt x="84" y="7"/>
                    <a:pt x="81" y="8"/>
                  </a:cubicBezTo>
                  <a:cubicBezTo>
                    <a:pt x="78" y="10"/>
                    <a:pt x="76" y="12"/>
                    <a:pt x="75" y="15"/>
                  </a:cubicBezTo>
                  <a:cubicBezTo>
                    <a:pt x="68" y="30"/>
                    <a:pt x="63" y="44"/>
                    <a:pt x="57" y="57"/>
                  </a:cubicBezTo>
                  <a:cubicBezTo>
                    <a:pt x="52" y="70"/>
                    <a:pt x="48" y="79"/>
                    <a:pt x="46" y="85"/>
                  </a:cubicBezTo>
                  <a:cubicBezTo>
                    <a:pt x="42" y="92"/>
                    <a:pt x="39" y="99"/>
                    <a:pt x="36" y="103"/>
                  </a:cubicBezTo>
                  <a:cubicBezTo>
                    <a:pt x="34" y="107"/>
                    <a:pt x="31" y="111"/>
                    <a:pt x="28" y="113"/>
                  </a:cubicBezTo>
                  <a:cubicBezTo>
                    <a:pt x="26" y="115"/>
                    <a:pt x="24" y="117"/>
                    <a:pt x="21" y="118"/>
                  </a:cubicBezTo>
                  <a:cubicBezTo>
                    <a:pt x="19" y="119"/>
                    <a:pt x="17" y="119"/>
                    <a:pt x="15" y="119"/>
                  </a:cubicBezTo>
                  <a:cubicBezTo>
                    <a:pt x="11" y="119"/>
                    <a:pt x="7" y="118"/>
                    <a:pt x="5" y="116"/>
                  </a:cubicBezTo>
                  <a:cubicBezTo>
                    <a:pt x="2" y="114"/>
                    <a:pt x="1" y="112"/>
                    <a:pt x="1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2CF19A02-BC56-4D13-86B9-2A916331A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2010"/>
              <a:ext cx="190" cy="207"/>
            </a:xfrm>
            <a:custGeom>
              <a:avLst/>
              <a:gdLst>
                <a:gd name="T0" fmla="*/ 80 w 80"/>
                <a:gd name="T1" fmla="*/ 42 h 87"/>
                <a:gd name="T2" fmla="*/ 78 w 80"/>
                <a:gd name="T3" fmla="*/ 59 h 87"/>
                <a:gd name="T4" fmla="*/ 70 w 80"/>
                <a:gd name="T5" fmla="*/ 73 h 87"/>
                <a:gd name="T6" fmla="*/ 57 w 80"/>
                <a:gd name="T7" fmla="*/ 83 h 87"/>
                <a:gd name="T8" fmla="*/ 40 w 80"/>
                <a:gd name="T9" fmla="*/ 87 h 87"/>
                <a:gd name="T10" fmla="*/ 25 w 80"/>
                <a:gd name="T11" fmla="*/ 84 h 87"/>
                <a:gd name="T12" fmla="*/ 12 w 80"/>
                <a:gd name="T13" fmla="*/ 75 h 87"/>
                <a:gd name="T14" fmla="*/ 3 w 80"/>
                <a:gd name="T15" fmla="*/ 61 h 87"/>
                <a:gd name="T16" fmla="*/ 0 w 80"/>
                <a:gd name="T17" fmla="*/ 43 h 87"/>
                <a:gd name="T18" fmla="*/ 11 w 80"/>
                <a:gd name="T19" fmla="*/ 12 h 87"/>
                <a:gd name="T20" fmla="*/ 41 w 80"/>
                <a:gd name="T21" fmla="*/ 0 h 87"/>
                <a:gd name="T22" fmla="*/ 69 w 80"/>
                <a:gd name="T23" fmla="*/ 11 h 87"/>
                <a:gd name="T24" fmla="*/ 80 w 80"/>
                <a:gd name="T25" fmla="*/ 42 h 87"/>
                <a:gd name="T26" fmla="*/ 63 w 80"/>
                <a:gd name="T27" fmla="*/ 42 h 87"/>
                <a:gd name="T28" fmla="*/ 62 w 80"/>
                <a:gd name="T29" fmla="*/ 29 h 87"/>
                <a:gd name="T30" fmla="*/ 58 w 80"/>
                <a:gd name="T31" fmla="*/ 18 h 87"/>
                <a:gd name="T32" fmla="*/ 51 w 80"/>
                <a:gd name="T33" fmla="*/ 9 h 87"/>
                <a:gd name="T34" fmla="*/ 41 w 80"/>
                <a:gd name="T35" fmla="*/ 6 h 87"/>
                <a:gd name="T36" fmla="*/ 30 w 80"/>
                <a:gd name="T37" fmla="*/ 9 h 87"/>
                <a:gd name="T38" fmla="*/ 22 w 80"/>
                <a:gd name="T39" fmla="*/ 18 h 87"/>
                <a:gd name="T40" fmla="*/ 19 w 80"/>
                <a:gd name="T41" fmla="*/ 29 h 87"/>
                <a:gd name="T42" fmla="*/ 17 w 80"/>
                <a:gd name="T43" fmla="*/ 42 h 87"/>
                <a:gd name="T44" fmla="*/ 19 w 80"/>
                <a:gd name="T45" fmla="*/ 57 h 87"/>
                <a:gd name="T46" fmla="*/ 23 w 80"/>
                <a:gd name="T47" fmla="*/ 69 h 87"/>
                <a:gd name="T48" fmla="*/ 30 w 80"/>
                <a:gd name="T49" fmla="*/ 77 h 87"/>
                <a:gd name="T50" fmla="*/ 41 w 80"/>
                <a:gd name="T51" fmla="*/ 80 h 87"/>
                <a:gd name="T52" fmla="*/ 57 w 80"/>
                <a:gd name="T53" fmla="*/ 70 h 87"/>
                <a:gd name="T54" fmla="*/ 63 w 80"/>
                <a:gd name="T55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" h="87">
                  <a:moveTo>
                    <a:pt x="80" y="42"/>
                  </a:moveTo>
                  <a:cubicBezTo>
                    <a:pt x="80" y="48"/>
                    <a:pt x="80" y="54"/>
                    <a:pt x="78" y="59"/>
                  </a:cubicBezTo>
                  <a:cubicBezTo>
                    <a:pt x="76" y="65"/>
                    <a:pt x="73" y="70"/>
                    <a:pt x="70" y="73"/>
                  </a:cubicBezTo>
                  <a:cubicBezTo>
                    <a:pt x="66" y="78"/>
                    <a:pt x="62" y="81"/>
                    <a:pt x="57" y="83"/>
                  </a:cubicBezTo>
                  <a:cubicBezTo>
                    <a:pt x="52" y="86"/>
                    <a:pt x="46" y="87"/>
                    <a:pt x="40" y="87"/>
                  </a:cubicBezTo>
                  <a:cubicBezTo>
                    <a:pt x="34" y="87"/>
                    <a:pt x="29" y="86"/>
                    <a:pt x="25" y="84"/>
                  </a:cubicBezTo>
                  <a:cubicBezTo>
                    <a:pt x="20" y="82"/>
                    <a:pt x="16" y="79"/>
                    <a:pt x="12" y="75"/>
                  </a:cubicBezTo>
                  <a:cubicBezTo>
                    <a:pt x="8" y="71"/>
                    <a:pt x="6" y="67"/>
                    <a:pt x="3" y="61"/>
                  </a:cubicBezTo>
                  <a:cubicBezTo>
                    <a:pt x="1" y="56"/>
                    <a:pt x="0" y="50"/>
                    <a:pt x="0" y="43"/>
                  </a:cubicBezTo>
                  <a:cubicBezTo>
                    <a:pt x="0" y="31"/>
                    <a:pt x="4" y="20"/>
                    <a:pt x="11" y="12"/>
                  </a:cubicBezTo>
                  <a:cubicBezTo>
                    <a:pt x="19" y="4"/>
                    <a:pt x="29" y="0"/>
                    <a:pt x="41" y="0"/>
                  </a:cubicBezTo>
                  <a:cubicBezTo>
                    <a:pt x="52" y="0"/>
                    <a:pt x="62" y="4"/>
                    <a:pt x="69" y="11"/>
                  </a:cubicBezTo>
                  <a:cubicBezTo>
                    <a:pt x="77" y="19"/>
                    <a:pt x="80" y="29"/>
                    <a:pt x="80" y="42"/>
                  </a:cubicBezTo>
                  <a:close/>
                  <a:moveTo>
                    <a:pt x="63" y="42"/>
                  </a:moveTo>
                  <a:cubicBezTo>
                    <a:pt x="63" y="38"/>
                    <a:pt x="63" y="34"/>
                    <a:pt x="62" y="29"/>
                  </a:cubicBezTo>
                  <a:cubicBezTo>
                    <a:pt x="61" y="25"/>
                    <a:pt x="60" y="21"/>
                    <a:pt x="58" y="18"/>
                  </a:cubicBezTo>
                  <a:cubicBezTo>
                    <a:pt x="56" y="14"/>
                    <a:pt x="54" y="11"/>
                    <a:pt x="51" y="9"/>
                  </a:cubicBezTo>
                  <a:cubicBezTo>
                    <a:pt x="48" y="7"/>
                    <a:pt x="45" y="6"/>
                    <a:pt x="41" y="6"/>
                  </a:cubicBezTo>
                  <a:cubicBezTo>
                    <a:pt x="36" y="6"/>
                    <a:pt x="33" y="7"/>
                    <a:pt x="30" y="9"/>
                  </a:cubicBezTo>
                  <a:cubicBezTo>
                    <a:pt x="27" y="11"/>
                    <a:pt x="24" y="14"/>
                    <a:pt x="22" y="18"/>
                  </a:cubicBezTo>
                  <a:cubicBezTo>
                    <a:pt x="21" y="21"/>
                    <a:pt x="19" y="25"/>
                    <a:pt x="19" y="29"/>
                  </a:cubicBezTo>
                  <a:cubicBezTo>
                    <a:pt x="18" y="34"/>
                    <a:pt x="17" y="38"/>
                    <a:pt x="17" y="42"/>
                  </a:cubicBezTo>
                  <a:cubicBezTo>
                    <a:pt x="17" y="47"/>
                    <a:pt x="18" y="52"/>
                    <a:pt x="19" y="57"/>
                  </a:cubicBezTo>
                  <a:cubicBezTo>
                    <a:pt x="20" y="61"/>
                    <a:pt x="21" y="65"/>
                    <a:pt x="23" y="69"/>
                  </a:cubicBezTo>
                  <a:cubicBezTo>
                    <a:pt x="25" y="72"/>
                    <a:pt x="27" y="75"/>
                    <a:pt x="30" y="77"/>
                  </a:cubicBezTo>
                  <a:cubicBezTo>
                    <a:pt x="33" y="79"/>
                    <a:pt x="36" y="80"/>
                    <a:pt x="41" y="80"/>
                  </a:cubicBezTo>
                  <a:cubicBezTo>
                    <a:pt x="48" y="80"/>
                    <a:pt x="53" y="77"/>
                    <a:pt x="57" y="70"/>
                  </a:cubicBezTo>
                  <a:cubicBezTo>
                    <a:pt x="61" y="64"/>
                    <a:pt x="63" y="54"/>
                    <a:pt x="63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13F56CFA-5D9B-4B3C-BD8A-2B18DD91E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6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0 w 91"/>
                <a:gd name="T41" fmla="*/ 84 h 84"/>
                <a:gd name="T42" fmla="*/ 0 w 91"/>
                <a:gd name="T43" fmla="*/ 79 h 84"/>
                <a:gd name="T44" fmla="*/ 4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8 w 91"/>
                <a:gd name="T71" fmla="*/ 14 h 84"/>
                <a:gd name="T72" fmla="*/ 33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3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0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1" y="17"/>
                    <a:pt x="30" y="19"/>
                  </a:cubicBezTo>
                  <a:cubicBezTo>
                    <a:pt x="29" y="20"/>
                    <a:pt x="28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6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" y="79"/>
                    <a:pt x="3" y="78"/>
                    <a:pt x="4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9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0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30" y="13"/>
                    <a:pt x="31" y="11"/>
                    <a:pt x="33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3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79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565B96D2-5770-4C13-A8C3-B41A100B0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2" y="1902"/>
              <a:ext cx="213" cy="312"/>
            </a:xfrm>
            <a:custGeom>
              <a:avLst/>
              <a:gdLst>
                <a:gd name="T0" fmla="*/ 90 w 90"/>
                <a:gd name="T1" fmla="*/ 128 h 131"/>
                <a:gd name="T2" fmla="*/ 61 w 90"/>
                <a:gd name="T3" fmla="*/ 129 h 131"/>
                <a:gd name="T4" fmla="*/ 60 w 90"/>
                <a:gd name="T5" fmla="*/ 128 h 131"/>
                <a:gd name="T6" fmla="*/ 60 w 90"/>
                <a:gd name="T7" fmla="*/ 121 h 131"/>
                <a:gd name="T8" fmla="*/ 60 w 90"/>
                <a:gd name="T9" fmla="*/ 120 h 131"/>
                <a:gd name="T10" fmla="*/ 49 w 90"/>
                <a:gd name="T11" fmla="*/ 128 h 131"/>
                <a:gd name="T12" fmla="*/ 36 w 90"/>
                <a:gd name="T13" fmla="*/ 131 h 131"/>
                <a:gd name="T14" fmla="*/ 22 w 90"/>
                <a:gd name="T15" fmla="*/ 128 h 131"/>
                <a:gd name="T16" fmla="*/ 11 w 90"/>
                <a:gd name="T17" fmla="*/ 120 h 131"/>
                <a:gd name="T18" fmla="*/ 3 w 90"/>
                <a:gd name="T19" fmla="*/ 106 h 131"/>
                <a:gd name="T20" fmla="*/ 0 w 90"/>
                <a:gd name="T21" fmla="*/ 88 h 131"/>
                <a:gd name="T22" fmla="*/ 3 w 90"/>
                <a:gd name="T23" fmla="*/ 71 h 131"/>
                <a:gd name="T24" fmla="*/ 12 w 90"/>
                <a:gd name="T25" fmla="*/ 57 h 131"/>
                <a:gd name="T26" fmla="*/ 24 w 90"/>
                <a:gd name="T27" fmla="*/ 48 h 131"/>
                <a:gd name="T28" fmla="*/ 39 w 90"/>
                <a:gd name="T29" fmla="*/ 45 h 131"/>
                <a:gd name="T30" fmla="*/ 51 w 90"/>
                <a:gd name="T31" fmla="*/ 46 h 131"/>
                <a:gd name="T32" fmla="*/ 60 w 90"/>
                <a:gd name="T33" fmla="*/ 50 h 131"/>
                <a:gd name="T34" fmla="*/ 60 w 90"/>
                <a:gd name="T35" fmla="*/ 21 h 131"/>
                <a:gd name="T36" fmla="*/ 59 w 90"/>
                <a:gd name="T37" fmla="*/ 15 h 131"/>
                <a:gd name="T38" fmla="*/ 56 w 90"/>
                <a:gd name="T39" fmla="*/ 11 h 131"/>
                <a:gd name="T40" fmla="*/ 49 w 90"/>
                <a:gd name="T41" fmla="*/ 8 h 131"/>
                <a:gd name="T42" fmla="*/ 41 w 90"/>
                <a:gd name="T43" fmla="*/ 7 h 131"/>
                <a:gd name="T44" fmla="*/ 41 w 90"/>
                <a:gd name="T45" fmla="*/ 2 h 131"/>
                <a:gd name="T46" fmla="*/ 74 w 90"/>
                <a:gd name="T47" fmla="*/ 0 h 131"/>
                <a:gd name="T48" fmla="*/ 76 w 90"/>
                <a:gd name="T49" fmla="*/ 2 h 131"/>
                <a:gd name="T50" fmla="*/ 76 w 90"/>
                <a:gd name="T51" fmla="*/ 112 h 131"/>
                <a:gd name="T52" fmla="*/ 77 w 90"/>
                <a:gd name="T53" fmla="*/ 117 h 131"/>
                <a:gd name="T54" fmla="*/ 80 w 90"/>
                <a:gd name="T55" fmla="*/ 121 h 131"/>
                <a:gd name="T56" fmla="*/ 85 w 90"/>
                <a:gd name="T57" fmla="*/ 122 h 131"/>
                <a:gd name="T58" fmla="*/ 90 w 90"/>
                <a:gd name="T59" fmla="*/ 122 h 131"/>
                <a:gd name="T60" fmla="*/ 90 w 90"/>
                <a:gd name="T61" fmla="*/ 128 h 131"/>
                <a:gd name="T62" fmla="*/ 60 w 90"/>
                <a:gd name="T63" fmla="*/ 113 h 131"/>
                <a:gd name="T64" fmla="*/ 60 w 90"/>
                <a:gd name="T65" fmla="*/ 65 h 131"/>
                <a:gd name="T66" fmla="*/ 58 w 90"/>
                <a:gd name="T67" fmla="*/ 61 h 131"/>
                <a:gd name="T68" fmla="*/ 54 w 90"/>
                <a:gd name="T69" fmla="*/ 56 h 131"/>
                <a:gd name="T70" fmla="*/ 48 w 90"/>
                <a:gd name="T71" fmla="*/ 53 h 131"/>
                <a:gd name="T72" fmla="*/ 41 w 90"/>
                <a:gd name="T73" fmla="*/ 51 h 131"/>
                <a:gd name="T74" fmla="*/ 32 w 90"/>
                <a:gd name="T75" fmla="*/ 54 h 131"/>
                <a:gd name="T76" fmla="*/ 24 w 90"/>
                <a:gd name="T77" fmla="*/ 61 h 131"/>
                <a:gd name="T78" fmla="*/ 19 w 90"/>
                <a:gd name="T79" fmla="*/ 73 h 131"/>
                <a:gd name="T80" fmla="*/ 18 w 90"/>
                <a:gd name="T81" fmla="*/ 89 h 131"/>
                <a:gd name="T82" fmla="*/ 19 w 90"/>
                <a:gd name="T83" fmla="*/ 102 h 131"/>
                <a:gd name="T84" fmla="*/ 23 w 90"/>
                <a:gd name="T85" fmla="*/ 112 h 131"/>
                <a:gd name="T86" fmla="*/ 31 w 90"/>
                <a:gd name="T87" fmla="*/ 120 h 131"/>
                <a:gd name="T88" fmla="*/ 42 w 90"/>
                <a:gd name="T89" fmla="*/ 123 h 131"/>
                <a:gd name="T90" fmla="*/ 53 w 90"/>
                <a:gd name="T91" fmla="*/ 120 h 131"/>
                <a:gd name="T92" fmla="*/ 60 w 90"/>
                <a:gd name="T93" fmla="*/ 11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0" h="131">
                  <a:moveTo>
                    <a:pt x="90" y="128"/>
                  </a:moveTo>
                  <a:cubicBezTo>
                    <a:pt x="61" y="129"/>
                    <a:pt x="61" y="129"/>
                    <a:pt x="61" y="129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7" y="124"/>
                    <a:pt x="53" y="126"/>
                    <a:pt x="49" y="128"/>
                  </a:cubicBezTo>
                  <a:cubicBezTo>
                    <a:pt x="45" y="130"/>
                    <a:pt x="40" y="131"/>
                    <a:pt x="36" y="131"/>
                  </a:cubicBezTo>
                  <a:cubicBezTo>
                    <a:pt x="31" y="131"/>
                    <a:pt x="27" y="130"/>
                    <a:pt x="22" y="128"/>
                  </a:cubicBezTo>
                  <a:cubicBezTo>
                    <a:pt x="18" y="126"/>
                    <a:pt x="14" y="123"/>
                    <a:pt x="11" y="120"/>
                  </a:cubicBezTo>
                  <a:cubicBezTo>
                    <a:pt x="8" y="116"/>
                    <a:pt x="5" y="111"/>
                    <a:pt x="3" y="106"/>
                  </a:cubicBezTo>
                  <a:cubicBezTo>
                    <a:pt x="1" y="100"/>
                    <a:pt x="0" y="94"/>
                    <a:pt x="0" y="88"/>
                  </a:cubicBezTo>
                  <a:cubicBezTo>
                    <a:pt x="0" y="82"/>
                    <a:pt x="1" y="76"/>
                    <a:pt x="3" y="71"/>
                  </a:cubicBezTo>
                  <a:cubicBezTo>
                    <a:pt x="5" y="66"/>
                    <a:pt x="8" y="61"/>
                    <a:pt x="12" y="57"/>
                  </a:cubicBezTo>
                  <a:cubicBezTo>
                    <a:pt x="15" y="53"/>
                    <a:pt x="19" y="50"/>
                    <a:pt x="24" y="48"/>
                  </a:cubicBezTo>
                  <a:cubicBezTo>
                    <a:pt x="29" y="46"/>
                    <a:pt x="34" y="45"/>
                    <a:pt x="39" y="45"/>
                  </a:cubicBezTo>
                  <a:cubicBezTo>
                    <a:pt x="43" y="45"/>
                    <a:pt x="47" y="45"/>
                    <a:pt x="51" y="46"/>
                  </a:cubicBezTo>
                  <a:cubicBezTo>
                    <a:pt x="54" y="47"/>
                    <a:pt x="57" y="49"/>
                    <a:pt x="60" y="50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19"/>
                    <a:pt x="60" y="17"/>
                    <a:pt x="59" y="15"/>
                  </a:cubicBezTo>
                  <a:cubicBezTo>
                    <a:pt x="58" y="13"/>
                    <a:pt x="57" y="12"/>
                    <a:pt x="56" y="11"/>
                  </a:cubicBezTo>
                  <a:cubicBezTo>
                    <a:pt x="54" y="10"/>
                    <a:pt x="52" y="9"/>
                    <a:pt x="49" y="8"/>
                  </a:cubicBezTo>
                  <a:cubicBezTo>
                    <a:pt x="47" y="8"/>
                    <a:pt x="44" y="8"/>
                    <a:pt x="41" y="7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4"/>
                    <a:pt x="76" y="116"/>
                    <a:pt x="77" y="117"/>
                  </a:cubicBezTo>
                  <a:cubicBezTo>
                    <a:pt x="78" y="118"/>
                    <a:pt x="79" y="120"/>
                    <a:pt x="80" y="121"/>
                  </a:cubicBezTo>
                  <a:cubicBezTo>
                    <a:pt x="81" y="121"/>
                    <a:pt x="83" y="122"/>
                    <a:pt x="85" y="122"/>
                  </a:cubicBezTo>
                  <a:cubicBezTo>
                    <a:pt x="87" y="122"/>
                    <a:pt x="88" y="122"/>
                    <a:pt x="90" y="122"/>
                  </a:cubicBezTo>
                  <a:lnTo>
                    <a:pt x="90" y="128"/>
                  </a:lnTo>
                  <a:close/>
                  <a:moveTo>
                    <a:pt x="60" y="113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60" y="64"/>
                    <a:pt x="59" y="62"/>
                    <a:pt x="58" y="61"/>
                  </a:cubicBezTo>
                  <a:cubicBezTo>
                    <a:pt x="57" y="59"/>
                    <a:pt x="56" y="57"/>
                    <a:pt x="54" y="56"/>
                  </a:cubicBezTo>
                  <a:cubicBezTo>
                    <a:pt x="53" y="55"/>
                    <a:pt x="51" y="53"/>
                    <a:pt x="48" y="53"/>
                  </a:cubicBezTo>
                  <a:cubicBezTo>
                    <a:pt x="46" y="52"/>
                    <a:pt x="44" y="51"/>
                    <a:pt x="41" y="51"/>
                  </a:cubicBezTo>
                  <a:cubicBezTo>
                    <a:pt x="38" y="51"/>
                    <a:pt x="35" y="52"/>
                    <a:pt x="32" y="54"/>
                  </a:cubicBezTo>
                  <a:cubicBezTo>
                    <a:pt x="29" y="55"/>
                    <a:pt x="26" y="58"/>
                    <a:pt x="24" y="61"/>
                  </a:cubicBezTo>
                  <a:cubicBezTo>
                    <a:pt x="22" y="64"/>
                    <a:pt x="21" y="68"/>
                    <a:pt x="19" y="73"/>
                  </a:cubicBezTo>
                  <a:cubicBezTo>
                    <a:pt x="18" y="78"/>
                    <a:pt x="18" y="83"/>
                    <a:pt x="18" y="89"/>
                  </a:cubicBezTo>
                  <a:cubicBezTo>
                    <a:pt x="18" y="94"/>
                    <a:pt x="18" y="98"/>
                    <a:pt x="19" y="102"/>
                  </a:cubicBezTo>
                  <a:cubicBezTo>
                    <a:pt x="20" y="105"/>
                    <a:pt x="21" y="109"/>
                    <a:pt x="23" y="112"/>
                  </a:cubicBezTo>
                  <a:cubicBezTo>
                    <a:pt x="25" y="115"/>
                    <a:pt x="28" y="118"/>
                    <a:pt x="31" y="120"/>
                  </a:cubicBezTo>
                  <a:cubicBezTo>
                    <a:pt x="34" y="122"/>
                    <a:pt x="38" y="123"/>
                    <a:pt x="42" y="123"/>
                  </a:cubicBezTo>
                  <a:cubicBezTo>
                    <a:pt x="46" y="123"/>
                    <a:pt x="50" y="122"/>
                    <a:pt x="53" y="120"/>
                  </a:cubicBezTo>
                  <a:cubicBezTo>
                    <a:pt x="56" y="118"/>
                    <a:pt x="58" y="116"/>
                    <a:pt x="60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9B6D18-638F-4E58-9347-766EE22E3207}"/>
              </a:ext>
            </a:extLst>
          </p:cNvPr>
          <p:cNvSpPr txBox="1"/>
          <p:nvPr userDrawn="1"/>
        </p:nvSpPr>
        <p:spPr>
          <a:xfrm>
            <a:off x="264802" y="6093739"/>
            <a:ext cx="4307197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We’re here to help, get in touch:</a:t>
            </a:r>
          </a:p>
          <a:p>
            <a:r>
              <a:rPr lang="en-GB" sz="1400" b="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collision-help@foresightfactory.co</a:t>
            </a:r>
            <a:r>
              <a:rPr lang="en-GB" sz="1400" b="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468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orient="horz" pos="550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  <p15:guide id="4" orient="horz" pos="2205" userDrawn="1">
          <p15:clr>
            <a:srgbClr val="FBAE40"/>
          </p15:clr>
        </p15:guide>
        <p15:guide id="5" pos="1882" userDrawn="1">
          <p15:clr>
            <a:srgbClr val="FBAE40"/>
          </p15:clr>
        </p15:guide>
        <p15:guide id="6" pos="2018" userDrawn="1">
          <p15:clr>
            <a:srgbClr val="FBAE40"/>
          </p15:clr>
        </p15:guide>
        <p15:guide id="7" pos="3742" userDrawn="1">
          <p15:clr>
            <a:srgbClr val="FBAE40"/>
          </p15:clr>
        </p15:guide>
        <p15:guide id="8" pos="3878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orient="horz" pos="2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element"/>
          <p:cNvSpPr>
            <a:spLocks noGrp="1"/>
          </p:cNvSpPr>
          <p:nvPr>
            <p:ph type="title" hasCustomPrompt="1"/>
          </p:nvPr>
        </p:nvSpPr>
        <p:spPr>
          <a:xfrm>
            <a:off x="250825" y="3096601"/>
            <a:ext cx="8642352" cy="66479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80000"/>
              </a:lnSpc>
              <a:defRPr sz="5400" b="1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/>
              <a:t>Section title</a:t>
            </a:r>
            <a:endParaRPr lang="en-US" dirty="0"/>
          </a:p>
        </p:txBody>
      </p:sp>
      <p:cxnSp>
        <p:nvCxnSpPr>
          <p:cNvPr id="8" name="line">
            <a:extLst>
              <a:ext uri="{FF2B5EF4-FFF2-40B4-BE49-F238E27FC236}">
                <a16:creationId xmlns:a16="http://schemas.microsoft.com/office/drawing/2014/main" id="{E0951557-B8FB-4D3F-937A-36A3403530CD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ff_icon">
            <a:extLst>
              <a:ext uri="{FF2B5EF4-FFF2-40B4-BE49-F238E27FC236}">
                <a16:creationId xmlns:a16="http://schemas.microsoft.com/office/drawing/2014/main" id="{16474137-978E-4A09-80FB-C177BA4DF57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bg1"/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A395659-2219-4B3F-ACF6-4BABAA9B3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53E05F18-53EF-45A2-BAC7-22563871E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21C77A68-CCD5-4661-894E-17A30BB9C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2676543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efing and Sign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ge_no"/>
          <p:cNvSpPr txBox="1"/>
          <p:nvPr userDrawn="1"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r" defTabSz="914400" rtl="0" eaLnBrk="1" latinLnBrk="0" hangingPunct="1">
              <a:lnSpc>
                <a:spcPts val="800"/>
              </a:lnSpc>
            </a:pPr>
            <a:fld id="{0E0A9B4E-19F2-4E81-81C4-98D63547DE75}" type="slidenum">
              <a:rPr lang="en-GB" sz="800" kern="120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pPr marL="0" algn="r" defTabSz="914400" rtl="0" eaLnBrk="1" latinLnBrk="0" hangingPunct="1">
                <a:lnSpc>
                  <a:spcPts val="800"/>
                </a:lnSpc>
              </a:pPr>
              <a:t>‹#›</a:t>
            </a:fld>
            <a:endParaRPr lang="en-GB" sz="800" kern="1200" dirty="0">
              <a:solidFill>
                <a:schemeClr val="bg1">
                  <a:lumMod val="6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footer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8581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800" kern="1200" baseline="0" noProof="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Insert source/photo credit here</a:t>
            </a:r>
          </a:p>
        </p:txBody>
      </p:sp>
      <p:sp>
        <p:nvSpPr>
          <p:cNvPr id="26" name="subtitle_element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736725"/>
            <a:ext cx="8642350" cy="46450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&lt;Insert Briefing text&gt;</a:t>
            </a:r>
            <a:endParaRPr lang="en-GB" dirty="0"/>
          </a:p>
        </p:txBody>
      </p:sp>
      <p:cxnSp>
        <p:nvCxnSpPr>
          <p:cNvPr id="11" name="header_line">
            <a:extLst>
              <a:ext uri="{FF2B5EF4-FFF2-40B4-BE49-F238E27FC236}">
                <a16:creationId xmlns:a16="http://schemas.microsoft.com/office/drawing/2014/main" id="{C85FC91A-356E-42BA-A1FF-A25B764BD06C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ff_icon">
            <a:extLst>
              <a:ext uri="{FF2B5EF4-FFF2-40B4-BE49-F238E27FC236}">
                <a16:creationId xmlns:a16="http://schemas.microsoft.com/office/drawing/2014/main" id="{7C50C50D-C5E0-4F42-B170-D7DBAFE3CA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628E1320-6A04-4386-993F-D8A0874D5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A9D3B9CF-6345-421A-BC5F-2072A4452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9C3C45AA-C0F9-40C4-AC05-76B5ED174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sp>
        <p:nvSpPr>
          <p:cNvPr id="16" name="title_element">
            <a:extLst>
              <a:ext uri="{FF2B5EF4-FFF2-40B4-BE49-F238E27FC236}">
                <a16:creationId xmlns:a16="http://schemas.microsoft.com/office/drawing/2014/main" id="{D531B886-3078-4449-B7BC-8176D39B6E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828" y="727200"/>
            <a:ext cx="8642348" cy="8863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32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Briefing and Signals</a:t>
            </a:r>
            <a:br>
              <a:rPr lang="en-GB" dirty="0"/>
            </a:br>
            <a:r>
              <a:rPr lang="en-GB" dirty="0"/>
              <a:t>(second line)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44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020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_no"/>
          <p:cNvSpPr txBox="1"/>
          <p:nvPr/>
        </p:nvSpPr>
        <p:spPr>
          <a:xfrm>
            <a:off x="8662880" y="6528581"/>
            <a:ext cx="309701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footer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8581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189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sp>
        <p:nvSpPr>
          <p:cNvPr id="3" name="subtitle_element"/>
          <p:cNvSpPr>
            <a:spLocks noGrp="1"/>
          </p:cNvSpPr>
          <p:nvPr>
            <p:ph idx="1" hasCustomPrompt="1"/>
          </p:nvPr>
        </p:nvSpPr>
        <p:spPr>
          <a:xfrm>
            <a:off x="250828" y="1844675"/>
            <a:ext cx="8642348" cy="460851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45000"/>
              <a:buFont typeface="Georgia" panose="02040502050405020303" pitchFamily="18" charset="0"/>
              <a:buNone/>
              <a:def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80975" indent="-180975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45000"/>
              <a:buFont typeface="Georgia" panose="02040502050405020303" pitchFamily="18" charset="0"/>
              <a:buChar char="­"/>
              <a:tabLst/>
              <a:def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982638" indent="-266693"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dirty="0"/>
              <a:t>First level content</a:t>
            </a:r>
          </a:p>
          <a:p>
            <a:pPr lvl="1"/>
            <a:r>
              <a:rPr lang="en-GB" dirty="0"/>
              <a:t>Second level content</a:t>
            </a:r>
          </a:p>
        </p:txBody>
      </p:sp>
      <p:sp>
        <p:nvSpPr>
          <p:cNvPr id="16" name="title_element"/>
          <p:cNvSpPr>
            <a:spLocks noGrp="1"/>
          </p:cNvSpPr>
          <p:nvPr>
            <p:ph type="title" hasCustomPrompt="1"/>
          </p:nvPr>
        </p:nvSpPr>
        <p:spPr>
          <a:xfrm>
            <a:off x="250828" y="727200"/>
            <a:ext cx="8642348" cy="8863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32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Insert slide title</a:t>
            </a:r>
            <a:br>
              <a:rPr lang="en-GB" dirty="0"/>
            </a:br>
            <a:r>
              <a:rPr lang="en-GB" dirty="0"/>
              <a:t>(second line)</a:t>
            </a:r>
            <a:endParaRPr lang="en-US" dirty="0"/>
          </a:p>
        </p:txBody>
      </p:sp>
      <p:cxnSp>
        <p:nvCxnSpPr>
          <p:cNvPr id="11" name="header_line">
            <a:extLst>
              <a:ext uri="{FF2B5EF4-FFF2-40B4-BE49-F238E27FC236}">
                <a16:creationId xmlns:a16="http://schemas.microsoft.com/office/drawing/2014/main" id="{7E55D2DA-50A6-4217-9DE4-EEE28E3B001E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ff_icon">
            <a:extLst>
              <a:ext uri="{FF2B5EF4-FFF2-40B4-BE49-F238E27FC236}">
                <a16:creationId xmlns:a16="http://schemas.microsoft.com/office/drawing/2014/main" id="{CEAEC064-9C79-4C35-B0E4-D6D5E1B744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CFE2809C-AA10-4A51-941B-A9A8608FA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0C31E424-972C-4D5E-9529-5A3A952EF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92C67F9D-0587-4A94-8FDF-D264C305A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317242334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novation Slide Layout" preserve="1" userDrawn="1">
  <p:cSld name="Innovation Slide 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DCCE4F7E-5A3D-42F5-AE58-257AE4E95E2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8458962"/>
              </p:ext>
            </p:extLst>
          </p:nvPr>
        </p:nvGraphicFramePr>
        <p:xfrm>
          <a:off x="4608513" y="5730502"/>
          <a:ext cx="4284663" cy="72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663">
                  <a:extLst>
                    <a:ext uri="{9D8B030D-6E8A-4147-A177-3AD203B41FA5}">
                      <a16:colId xmlns:a16="http://schemas.microsoft.com/office/drawing/2014/main" val="2980058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rgbClr val="FFFFFF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Related trends</a:t>
                      </a:r>
                      <a:endParaRPr lang="en-GB" sz="1800" dirty="0">
                        <a:latin typeface="+mj-lt"/>
                      </a:endParaRPr>
                    </a:p>
                  </a:txBody>
                  <a:tcPr marT="72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87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endParaRPr lang="en-GB" sz="1400" dirty="0"/>
                    </a:p>
                  </a:txBody>
                  <a:tcPr marT="72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494241"/>
                  </a:ext>
                </a:extLst>
              </a:tr>
            </a:tbl>
          </a:graphicData>
        </a:graphic>
      </p:graphicFrame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30E471F-105C-4468-903B-585B8A2B76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4625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DDB6A630-CEBD-4D11-958D-AFE1FBF57E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8513" y="6132934"/>
            <a:ext cx="4284663" cy="327023"/>
          </a:xfrm>
          <a:prstGeom prst="rect">
            <a:avLst/>
          </a:prstGeom>
        </p:spPr>
        <p:txBody>
          <a:bodyPr tIns="18000" bIns="36000" anchor="ctr"/>
          <a:lstStyle>
            <a:lvl1pPr marL="0" indent="0" algn="l">
              <a:spcBef>
                <a:spcPts val="0"/>
              </a:spcBef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509EA13-715B-4DF8-A62D-31D17DA3D4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4" y="1701937"/>
            <a:ext cx="4284664" cy="38961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69B6F-251C-4848-9BF0-566637948943}"/>
              </a:ext>
            </a:extLst>
          </p:cNvPr>
          <p:cNvSpPr txBox="1"/>
          <p:nvPr userDrawn="1"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subtitle_element">
            <a:extLst>
              <a:ext uri="{FF2B5EF4-FFF2-40B4-BE49-F238E27FC236}">
                <a16:creationId xmlns:a16="http://schemas.microsoft.com/office/drawing/2014/main" id="{8F04C0ED-F213-481A-BD65-E8DD4DFE0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1206000"/>
            <a:ext cx="86423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_element">
            <a:extLst>
              <a:ext uri="{FF2B5EF4-FFF2-40B4-BE49-F238E27FC236}">
                <a16:creationId xmlns:a16="http://schemas.microsoft.com/office/drawing/2014/main" id="{B6B80158-A444-40B7-82FC-D620007259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826" y="727200"/>
            <a:ext cx="8642348" cy="387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8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Insert slide title</a:t>
            </a:r>
            <a:endParaRPr lang="en-US" dirty="0"/>
          </a:p>
        </p:txBody>
      </p:sp>
      <p:cxnSp>
        <p:nvCxnSpPr>
          <p:cNvPr id="22" name="header_line">
            <a:extLst>
              <a:ext uri="{FF2B5EF4-FFF2-40B4-BE49-F238E27FC236}">
                <a16:creationId xmlns:a16="http://schemas.microsoft.com/office/drawing/2014/main" id="{84EF95B2-05C8-4D00-A1A3-E59ABD62DC90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ff_icon">
            <a:extLst>
              <a:ext uri="{FF2B5EF4-FFF2-40B4-BE49-F238E27FC236}">
                <a16:creationId xmlns:a16="http://schemas.microsoft.com/office/drawing/2014/main" id="{41DAC1DE-51F5-4071-A514-D0AD97A6B6C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20E07E32-F91C-4B44-B289-3F6C2B344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D8F53042-2CF4-4DEB-B741-88476D2A7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3886CB89-AD65-4138-BD5A-30BA4287A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3728736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57">
          <p15:clr>
            <a:srgbClr val="FBAE40"/>
          </p15:clr>
        </p15:guide>
        <p15:guide id="2" pos="2903">
          <p15:clr>
            <a:srgbClr val="FBAE40"/>
          </p15:clr>
        </p15:guide>
        <p15:guide id="3" pos="158">
          <p15:clr>
            <a:srgbClr val="FBAE40"/>
          </p15:clr>
        </p15:guide>
        <p15:guide id="4" pos="5602">
          <p15:clr>
            <a:srgbClr val="FBAE40"/>
          </p15:clr>
        </p15:guide>
        <p15:guide id="5" orient="horz" pos="4065" userDrawn="1">
          <p15:clr>
            <a:srgbClr val="FBAE40"/>
          </p15:clr>
        </p15:guide>
        <p15:guide id="7" orient="horz" pos="107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novation Slide Layout" preserve="1" userDrawn="1">
  <p:cSld name="Innovation Slide Layout B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897397EF-8C00-4328-B084-ECBF079A9E5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7045754"/>
              </p:ext>
            </p:extLst>
          </p:nvPr>
        </p:nvGraphicFramePr>
        <p:xfrm>
          <a:off x="4608515" y="5540103"/>
          <a:ext cx="4284663" cy="91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663">
                  <a:extLst>
                    <a:ext uri="{9D8B030D-6E8A-4147-A177-3AD203B41FA5}">
                      <a16:colId xmlns:a16="http://schemas.microsoft.com/office/drawing/2014/main" val="2980058820"/>
                    </a:ext>
                  </a:extLst>
                </a:gridCol>
              </a:tblGrid>
              <a:tr h="389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Related trends</a:t>
                      </a:r>
                      <a:endParaRPr lang="en-GB" sz="18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72000" marB="7315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875469"/>
                  </a:ext>
                </a:extLst>
              </a:tr>
              <a:tr h="5268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marT="72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494241"/>
                  </a:ext>
                </a:extLst>
              </a:tr>
            </a:tbl>
          </a:graphicData>
        </a:graphic>
      </p:graphicFrame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30E471F-105C-4468-903B-585B8A2B76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4625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189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509EA13-715B-4DF8-A62D-31D17DA3D4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4" y="1701937"/>
            <a:ext cx="4284664" cy="37685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69B6F-251C-4848-9BF0-566637948943}"/>
              </a:ext>
            </a:extLst>
          </p:cNvPr>
          <p:cNvSpPr txBox="1"/>
          <p:nvPr userDrawn="1"/>
        </p:nvSpPr>
        <p:spPr>
          <a:xfrm>
            <a:off x="8662880" y="6524625"/>
            <a:ext cx="309701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F1030C2A-6CA3-44D6-8822-08B99D6BC6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8515" y="5948762"/>
            <a:ext cx="4284663" cy="507600"/>
          </a:xfrm>
          <a:prstGeom prst="rect">
            <a:avLst/>
          </a:prstGeom>
        </p:spPr>
        <p:txBody>
          <a:bodyPr tIns="18000" bIns="36000" anchor="ctr"/>
          <a:lstStyle>
            <a:lvl1pPr marL="0" indent="0" algn="l">
              <a:spcBef>
                <a:spcPts val="0"/>
              </a:spcBef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_element">
            <a:extLst>
              <a:ext uri="{FF2B5EF4-FFF2-40B4-BE49-F238E27FC236}">
                <a16:creationId xmlns:a16="http://schemas.microsoft.com/office/drawing/2014/main" id="{8F04C0ED-F213-481A-BD65-E8DD4DFE0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7" y="1206000"/>
            <a:ext cx="86423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_element">
            <a:extLst>
              <a:ext uri="{FF2B5EF4-FFF2-40B4-BE49-F238E27FC236}">
                <a16:creationId xmlns:a16="http://schemas.microsoft.com/office/drawing/2014/main" id="{B6B80158-A444-40B7-82FC-D620007259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828" y="727200"/>
            <a:ext cx="8642348" cy="387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8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Insert slide title</a:t>
            </a:r>
            <a:endParaRPr lang="en-US" dirty="0"/>
          </a:p>
        </p:txBody>
      </p:sp>
      <p:cxnSp>
        <p:nvCxnSpPr>
          <p:cNvPr id="18" name="header_line">
            <a:extLst>
              <a:ext uri="{FF2B5EF4-FFF2-40B4-BE49-F238E27FC236}">
                <a16:creationId xmlns:a16="http://schemas.microsoft.com/office/drawing/2014/main" id="{31363646-CF16-4F69-8265-0AF8520F3951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ff_icon">
            <a:extLst>
              <a:ext uri="{FF2B5EF4-FFF2-40B4-BE49-F238E27FC236}">
                <a16:creationId xmlns:a16="http://schemas.microsoft.com/office/drawing/2014/main" id="{DB25C23C-A0C3-4BE5-86C1-BD4C29D2647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1CA6A6D5-9A02-4043-AE1D-61DABFE3F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911289A6-2752-44F6-B039-3FD970C89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182DA4F8-3AF6-4F8D-A048-A08F1B0D7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8416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57" userDrawn="1">
          <p15:clr>
            <a:srgbClr val="FBAE40"/>
          </p15:clr>
        </p15:guide>
        <p15:guide id="2" pos="2903" userDrawn="1">
          <p15:clr>
            <a:srgbClr val="FBAE40"/>
          </p15:clr>
        </p15:guide>
        <p15:guide id="5" orient="horz" pos="4065" userDrawn="1">
          <p15:clr>
            <a:srgbClr val="FBAE40"/>
          </p15:clr>
        </p15:guide>
        <p15:guide id="7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ill happen next?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1F9FA-CB2D-4C9F-B243-D323B57F542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0825" y="1401657"/>
            <a:ext cx="288000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GB" sz="2000" b="1" kern="1200" spc="0" dirty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5 years ago</a:t>
            </a:r>
            <a:endParaRPr lang="en-GB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A3E7928-4246-4C60-9946-DA1D920A45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32000" y="1401657"/>
            <a:ext cx="288000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GB" sz="2000" b="1" kern="1200" spc="0" dirty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Now</a:t>
            </a:r>
            <a:endParaRPr lang="en-GB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091BAF5-E66C-404D-B98F-B491A60A2A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13175" y="1401657"/>
            <a:ext cx="288000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GB" sz="2000" b="1" kern="1200" spc="0" dirty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 5 years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8662881" y="6528581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 kern="120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kern="1200" dirty="0">
              <a:solidFill>
                <a:schemeClr val="bg1">
                  <a:lumMod val="6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3200"/>
            <a:ext cx="8363222" cy="194400"/>
          </a:xfrm>
          <a:prstGeom prst="rect">
            <a:avLst/>
          </a:prstGeom>
        </p:spPr>
        <p:txBody>
          <a:bodyPr lIns="0" tIns="4680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800" kern="1200" baseline="0" noProof="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Insert source/photo credit here</a:t>
            </a:r>
          </a:p>
        </p:txBody>
      </p:sp>
      <p:sp>
        <p:nvSpPr>
          <p:cNvPr id="20" name="title_element"/>
          <p:cNvSpPr>
            <a:spLocks noGrp="1"/>
          </p:cNvSpPr>
          <p:nvPr>
            <p:ph type="title" hasCustomPrompt="1"/>
          </p:nvPr>
        </p:nvSpPr>
        <p:spPr>
          <a:xfrm>
            <a:off x="250826" y="728663"/>
            <a:ext cx="8642348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What will happen next?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35BDB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Content Placeholder 18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06928029"/>
              </p:ext>
            </p:extLst>
          </p:nvPr>
        </p:nvGraphicFramePr>
        <p:xfrm>
          <a:off x="250825" y="1813634"/>
          <a:ext cx="8642349" cy="4710991"/>
        </p:xfrm>
        <a:graphic>
          <a:graphicData uri="http://schemas.openxmlformats.org/drawingml/2006/table">
            <a:tbl>
              <a:tblPr/>
              <a:tblGrid>
                <a:gridCol w="2880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864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90000"/>
                        </a:lnSpc>
                        <a:spcAft>
                          <a:spcPts val="600"/>
                        </a:spcAft>
                      </a:pPr>
                      <a:endParaRPr lang="en-GB" sz="1600" b="1" spc="-2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144000" marR="14400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17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90000"/>
                        </a:lnSpc>
                        <a:spcAft>
                          <a:spcPts val="600"/>
                        </a:spcAft>
                      </a:pPr>
                      <a:endParaRPr lang="en-GB" sz="1600" spc="-2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144000" marR="14400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817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90000"/>
                        </a:lnSpc>
                        <a:spcAft>
                          <a:spcPts val="600"/>
                        </a:spcAft>
                      </a:pPr>
                      <a:endParaRPr lang="en-GB" sz="1600" spc="-2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44000" marR="14400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j-lt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345460" y="1906672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45460" y="3491896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6" hasCustomPrompt="1"/>
          </p:nvPr>
        </p:nvSpPr>
        <p:spPr>
          <a:xfrm>
            <a:off x="345460" y="5077120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dirty="0"/>
              <a:t>&lt;Text&gt;</a:t>
            </a:r>
          </a:p>
          <a:p>
            <a:pPr lvl="0"/>
            <a:endParaRPr lang="en-GB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7" hasCustomPrompt="1"/>
          </p:nvPr>
        </p:nvSpPr>
        <p:spPr>
          <a:xfrm>
            <a:off x="3232964" y="1906672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dirty="0"/>
              <a:t>&lt;Text&gt;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3232964" y="3492290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3232964" y="5077907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30" hasCustomPrompt="1"/>
          </p:nvPr>
        </p:nvSpPr>
        <p:spPr>
          <a:xfrm>
            <a:off x="6120468" y="1906672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31" hasCustomPrompt="1"/>
          </p:nvPr>
        </p:nvSpPr>
        <p:spPr>
          <a:xfrm>
            <a:off x="6120468" y="3491897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32" hasCustomPrompt="1"/>
          </p:nvPr>
        </p:nvSpPr>
        <p:spPr>
          <a:xfrm>
            <a:off x="6120468" y="5077121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ADEB29-8325-4EAB-8D06-C1B816C76B75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ff_icon">
            <a:extLst>
              <a:ext uri="{FF2B5EF4-FFF2-40B4-BE49-F238E27FC236}">
                <a16:creationId xmlns:a16="http://schemas.microsoft.com/office/drawing/2014/main" id="{F0DF73D9-56A1-4C1D-AEB0-806B6451CBD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E616B325-8799-4A3C-8A46-0E3D73126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FF2D3E91-4EAE-4D8E-A264-A64DC8F97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DEF83547-B73F-4D16-BA6F-A8135307A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DB19F5-9B1C-43BC-979D-AAA783F2229C}"/>
              </a:ext>
            </a:extLst>
          </p:cNvPr>
          <p:cNvCxnSpPr/>
          <p:nvPr userDrawn="1"/>
        </p:nvCxnSpPr>
        <p:spPr>
          <a:xfrm>
            <a:off x="250825" y="1268760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ill happen next? ROW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 userDrawn="1"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kumimoji="0" lang="en-GB" sz="8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9263" y="6524625"/>
            <a:ext cx="8362800" cy="19492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Insert source/photo credit here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728663"/>
            <a:ext cx="8642349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200" b="1" kern="1200" noProof="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bg1"/>
                </a:solidFill>
              </a:rPr>
              <a:t>What will happen next?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1650115"/>
            <a:ext cx="8642350" cy="2769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&lt;TITLE&gt;</a:t>
            </a:r>
            <a:endParaRPr lang="en-GB" dirty="0"/>
          </a:p>
        </p:txBody>
      </p:sp>
      <p:sp>
        <p:nvSpPr>
          <p:cNvPr id="13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3393434"/>
            <a:ext cx="8642350" cy="2769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&lt;TITLE&gt;</a:t>
            </a:r>
            <a:endParaRPr lang="en-GB" dirty="0"/>
          </a:p>
        </p:txBody>
      </p:sp>
      <p:sp>
        <p:nvSpPr>
          <p:cNvPr id="17" name="Text Placeholder 29"/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5116415"/>
            <a:ext cx="8642350" cy="2769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&lt;TITLE&gt;</a:t>
            </a:r>
            <a:endParaRPr lang="en-GB" dirty="0"/>
          </a:p>
        </p:txBody>
      </p:sp>
      <p:sp>
        <p:nvSpPr>
          <p:cNvPr id="28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250824" y="2015554"/>
            <a:ext cx="8642350" cy="104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lang="en-GB" sz="1400" kern="1200" baseline="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&lt;Text&gt;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50825" y="3758873"/>
            <a:ext cx="8642350" cy="10440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 lang="en-GB" sz="1400" kern="1200" baseline="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5pPr>
              <a:defRPr/>
            </a:lvl5pPr>
          </a:lstStyle>
          <a:p>
            <a:pPr marL="0" marR="0" lvl="0" indent="0" algn="l" defTabSz="45718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&lt;Text&gt;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250825" y="5481854"/>
            <a:ext cx="8642350" cy="10440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 lang="en-GB" sz="1400" kern="1200" baseline="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&lt;Text&gt;</a:t>
            </a:r>
            <a:endParaRPr lang="en-GB" dirty="0"/>
          </a:p>
          <a:p>
            <a:pPr lvl="0"/>
            <a:endParaRPr lang="en-GB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DFF37BD-33FD-4BD5-87D2-B690356B2E88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ff_icon">
            <a:extLst>
              <a:ext uri="{FF2B5EF4-FFF2-40B4-BE49-F238E27FC236}">
                <a16:creationId xmlns:a16="http://schemas.microsoft.com/office/drawing/2014/main" id="{5E7E8004-47EE-4EE6-BD72-11F4EBFC50A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bg1"/>
          </a:solidFill>
        </p:grpSpPr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FAD08D98-4CE5-4768-974D-47D32A8AC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6C024C0C-8E22-4150-ADFF-633F7A622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F806A5B4-7E90-497B-8F2A-E9728BDC6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44A233-7070-430D-AC94-4BF3A8A33B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2000" y="151200"/>
            <a:ext cx="81360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US" sz="12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4pPr>
            <a:lvl5pPr>
              <a:defRPr lang="en-GB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457200" rtl="0" eaLnBrk="1" latinLnBrk="0" hangingPunct="1">
              <a:spcBef>
                <a:spcPts val="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A719C8A-9DAB-4107-B9A7-59583F3BF9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2000" y="331200"/>
            <a:ext cx="81360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4pPr>
            <a:lvl5pPr>
              <a:defRPr lang="en-GB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457189" rtl="0" eaLnBrk="1" latinLnBrk="0" hangingPunct="1">
              <a:spcBef>
                <a:spcPts val="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2518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23" userDrawn="1">
          <p15:clr>
            <a:srgbClr val="FBAE40"/>
          </p15:clr>
        </p15:guide>
        <p15:guide id="3" orient="horz" pos="1933" userDrawn="1">
          <p15:clr>
            <a:srgbClr val="FBAE40"/>
          </p15:clr>
        </p15:guide>
        <p15:guide id="4" orient="horz" pos="3022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5270691"/>
            <a:ext cx="86423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collision-help@foresightfactory.co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AC1372E1-9D96-4AA7-9A8B-2D5AD7EA114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57721" y="276637"/>
            <a:ext cx="2003526" cy="596488"/>
            <a:chOff x="232" y="888"/>
            <a:chExt cx="4736" cy="1410"/>
          </a:xfrm>
          <a:solidFill>
            <a:schemeClr val="bg1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87E674-BF31-4192-B4FC-78511E7168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0" y="1471"/>
              <a:ext cx="326" cy="277"/>
            </a:xfrm>
            <a:custGeom>
              <a:avLst/>
              <a:gdLst>
                <a:gd name="T0" fmla="*/ 102 w 137"/>
                <a:gd name="T1" fmla="*/ 2 h 116"/>
                <a:gd name="T2" fmla="*/ 102 w 137"/>
                <a:gd name="T3" fmla="*/ 12 h 116"/>
                <a:gd name="T4" fmla="*/ 63 w 137"/>
                <a:gd name="T5" fmla="*/ 0 h 116"/>
                <a:gd name="T6" fmla="*/ 0 w 137"/>
                <a:gd name="T7" fmla="*/ 58 h 116"/>
                <a:gd name="T8" fmla="*/ 63 w 137"/>
                <a:gd name="T9" fmla="*/ 116 h 116"/>
                <a:gd name="T10" fmla="*/ 102 w 137"/>
                <a:gd name="T11" fmla="*/ 104 h 116"/>
                <a:gd name="T12" fmla="*/ 102 w 137"/>
                <a:gd name="T13" fmla="*/ 113 h 116"/>
                <a:gd name="T14" fmla="*/ 137 w 137"/>
                <a:gd name="T15" fmla="*/ 113 h 116"/>
                <a:gd name="T16" fmla="*/ 137 w 137"/>
                <a:gd name="T17" fmla="*/ 2 h 116"/>
                <a:gd name="T18" fmla="*/ 102 w 137"/>
                <a:gd name="T19" fmla="*/ 2 h 116"/>
                <a:gd name="T20" fmla="*/ 70 w 137"/>
                <a:gd name="T21" fmla="*/ 88 h 116"/>
                <a:gd name="T22" fmla="*/ 36 w 137"/>
                <a:gd name="T23" fmla="*/ 58 h 116"/>
                <a:gd name="T24" fmla="*/ 70 w 137"/>
                <a:gd name="T25" fmla="*/ 28 h 116"/>
                <a:gd name="T26" fmla="*/ 104 w 137"/>
                <a:gd name="T27" fmla="*/ 58 h 116"/>
                <a:gd name="T28" fmla="*/ 70 w 137"/>
                <a:gd name="T29" fmla="*/ 8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7" h="116">
                  <a:moveTo>
                    <a:pt x="102" y="2"/>
                  </a:moveTo>
                  <a:cubicBezTo>
                    <a:pt x="102" y="12"/>
                    <a:pt x="102" y="12"/>
                    <a:pt x="102" y="12"/>
                  </a:cubicBezTo>
                  <a:cubicBezTo>
                    <a:pt x="92" y="5"/>
                    <a:pt x="80" y="0"/>
                    <a:pt x="63" y="0"/>
                  </a:cubicBezTo>
                  <a:cubicBezTo>
                    <a:pt x="42" y="0"/>
                    <a:pt x="0" y="12"/>
                    <a:pt x="0" y="58"/>
                  </a:cubicBezTo>
                  <a:cubicBezTo>
                    <a:pt x="0" y="103"/>
                    <a:pt x="42" y="116"/>
                    <a:pt x="63" y="116"/>
                  </a:cubicBezTo>
                  <a:cubicBezTo>
                    <a:pt x="80" y="116"/>
                    <a:pt x="92" y="111"/>
                    <a:pt x="102" y="104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137" y="113"/>
                    <a:pt x="137" y="113"/>
                    <a:pt x="137" y="113"/>
                  </a:cubicBezTo>
                  <a:cubicBezTo>
                    <a:pt x="137" y="2"/>
                    <a:pt x="137" y="2"/>
                    <a:pt x="137" y="2"/>
                  </a:cubicBezTo>
                  <a:lnTo>
                    <a:pt x="102" y="2"/>
                  </a:lnTo>
                  <a:close/>
                  <a:moveTo>
                    <a:pt x="70" y="88"/>
                  </a:moveTo>
                  <a:cubicBezTo>
                    <a:pt x="50" y="88"/>
                    <a:pt x="36" y="75"/>
                    <a:pt x="36" y="58"/>
                  </a:cubicBezTo>
                  <a:cubicBezTo>
                    <a:pt x="36" y="39"/>
                    <a:pt x="50" y="28"/>
                    <a:pt x="70" y="28"/>
                  </a:cubicBezTo>
                  <a:cubicBezTo>
                    <a:pt x="90" y="28"/>
                    <a:pt x="104" y="40"/>
                    <a:pt x="104" y="58"/>
                  </a:cubicBezTo>
                  <a:cubicBezTo>
                    <a:pt x="104" y="77"/>
                    <a:pt x="91" y="88"/>
                    <a:pt x="70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61C5091-AA18-4629-924C-002D5904E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386"/>
              <a:ext cx="256" cy="354"/>
            </a:xfrm>
            <a:custGeom>
              <a:avLst/>
              <a:gdLst>
                <a:gd name="T0" fmla="*/ 31 w 108"/>
                <a:gd name="T1" fmla="*/ 113 h 149"/>
                <a:gd name="T2" fmla="*/ 31 w 108"/>
                <a:gd name="T3" fmla="*/ 65 h 149"/>
                <a:gd name="T4" fmla="*/ 0 w 108"/>
                <a:gd name="T5" fmla="*/ 65 h 149"/>
                <a:gd name="T6" fmla="*/ 0 w 108"/>
                <a:gd name="T7" fmla="*/ 38 h 149"/>
                <a:gd name="T8" fmla="*/ 31 w 108"/>
                <a:gd name="T9" fmla="*/ 38 h 149"/>
                <a:gd name="T10" fmla="*/ 31 w 108"/>
                <a:gd name="T11" fmla="*/ 0 h 149"/>
                <a:gd name="T12" fmla="*/ 67 w 108"/>
                <a:gd name="T13" fmla="*/ 0 h 149"/>
                <a:gd name="T14" fmla="*/ 67 w 108"/>
                <a:gd name="T15" fmla="*/ 38 h 149"/>
                <a:gd name="T16" fmla="*/ 108 w 108"/>
                <a:gd name="T17" fmla="*/ 38 h 149"/>
                <a:gd name="T18" fmla="*/ 108 w 108"/>
                <a:gd name="T19" fmla="*/ 65 h 149"/>
                <a:gd name="T20" fmla="*/ 67 w 108"/>
                <a:gd name="T21" fmla="*/ 65 h 149"/>
                <a:gd name="T22" fmla="*/ 67 w 108"/>
                <a:gd name="T23" fmla="*/ 122 h 149"/>
                <a:gd name="T24" fmla="*/ 83 w 108"/>
                <a:gd name="T25" fmla="*/ 122 h 149"/>
                <a:gd name="T26" fmla="*/ 106 w 108"/>
                <a:gd name="T27" fmla="*/ 122 h 149"/>
                <a:gd name="T28" fmla="*/ 106 w 108"/>
                <a:gd name="T29" fmla="*/ 149 h 149"/>
                <a:gd name="T30" fmla="*/ 71 w 108"/>
                <a:gd name="T31" fmla="*/ 149 h 149"/>
                <a:gd name="T32" fmla="*/ 31 w 108"/>
                <a:gd name="T33" fmla="*/ 11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8" h="149">
                  <a:moveTo>
                    <a:pt x="31" y="113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2"/>
                    <a:pt x="67" y="122"/>
                    <a:pt x="67" y="122"/>
                  </a:cubicBezTo>
                  <a:cubicBezTo>
                    <a:pt x="83" y="122"/>
                    <a:pt x="83" y="122"/>
                    <a:pt x="83" y="122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49"/>
                    <a:pt x="106" y="149"/>
                    <a:pt x="106" y="149"/>
                  </a:cubicBezTo>
                  <a:cubicBezTo>
                    <a:pt x="106" y="149"/>
                    <a:pt x="86" y="149"/>
                    <a:pt x="71" y="149"/>
                  </a:cubicBezTo>
                  <a:cubicBezTo>
                    <a:pt x="40" y="149"/>
                    <a:pt x="31" y="136"/>
                    <a:pt x="3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4952694-566C-486B-AD68-B779153EF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374"/>
              <a:ext cx="344" cy="366"/>
            </a:xfrm>
            <a:custGeom>
              <a:avLst/>
              <a:gdLst>
                <a:gd name="T0" fmla="*/ 0 w 344"/>
                <a:gd name="T1" fmla="*/ 0 h 366"/>
                <a:gd name="T2" fmla="*/ 344 w 344"/>
                <a:gd name="T3" fmla="*/ 0 h 366"/>
                <a:gd name="T4" fmla="*/ 344 w 344"/>
                <a:gd name="T5" fmla="*/ 73 h 366"/>
                <a:gd name="T6" fmla="*/ 88 w 344"/>
                <a:gd name="T7" fmla="*/ 73 h 366"/>
                <a:gd name="T8" fmla="*/ 88 w 344"/>
                <a:gd name="T9" fmla="*/ 157 h 366"/>
                <a:gd name="T10" fmla="*/ 299 w 344"/>
                <a:gd name="T11" fmla="*/ 157 h 366"/>
                <a:gd name="T12" fmla="*/ 299 w 344"/>
                <a:gd name="T13" fmla="*/ 226 h 366"/>
                <a:gd name="T14" fmla="*/ 88 w 344"/>
                <a:gd name="T15" fmla="*/ 226 h 366"/>
                <a:gd name="T16" fmla="*/ 88 w 344"/>
                <a:gd name="T17" fmla="*/ 366 h 366"/>
                <a:gd name="T18" fmla="*/ 0 w 344"/>
                <a:gd name="T19" fmla="*/ 366 h 366"/>
                <a:gd name="T20" fmla="*/ 0 w 344"/>
                <a:gd name="T2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6">
                  <a:moveTo>
                    <a:pt x="0" y="0"/>
                  </a:moveTo>
                  <a:lnTo>
                    <a:pt x="344" y="0"/>
                  </a:lnTo>
                  <a:lnTo>
                    <a:pt x="344" y="73"/>
                  </a:lnTo>
                  <a:lnTo>
                    <a:pt x="88" y="73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6"/>
                  </a:lnTo>
                  <a:lnTo>
                    <a:pt x="88" y="226"/>
                  </a:lnTo>
                  <a:lnTo>
                    <a:pt x="88" y="366"/>
                  </a:lnTo>
                  <a:lnTo>
                    <a:pt x="0" y="3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974AC14-644A-440E-8DE8-FEC980453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471"/>
              <a:ext cx="318" cy="277"/>
            </a:xfrm>
            <a:custGeom>
              <a:avLst/>
              <a:gdLst>
                <a:gd name="T0" fmla="*/ 0 w 134"/>
                <a:gd name="T1" fmla="*/ 58 h 116"/>
                <a:gd name="T2" fmla="*/ 70 w 134"/>
                <a:gd name="T3" fmla="*/ 0 h 116"/>
                <a:gd name="T4" fmla="*/ 134 w 134"/>
                <a:gd name="T5" fmla="*/ 34 h 116"/>
                <a:gd name="T6" fmla="*/ 101 w 134"/>
                <a:gd name="T7" fmla="*/ 44 h 116"/>
                <a:gd name="T8" fmla="*/ 70 w 134"/>
                <a:gd name="T9" fmla="*/ 28 h 116"/>
                <a:gd name="T10" fmla="*/ 37 w 134"/>
                <a:gd name="T11" fmla="*/ 58 h 116"/>
                <a:gd name="T12" fmla="*/ 69 w 134"/>
                <a:gd name="T13" fmla="*/ 88 h 116"/>
                <a:gd name="T14" fmla="*/ 102 w 134"/>
                <a:gd name="T15" fmla="*/ 70 h 116"/>
                <a:gd name="T16" fmla="*/ 134 w 134"/>
                <a:gd name="T17" fmla="*/ 81 h 116"/>
                <a:gd name="T18" fmla="*/ 67 w 134"/>
                <a:gd name="T19" fmla="*/ 116 h 116"/>
                <a:gd name="T20" fmla="*/ 0 w 134"/>
                <a:gd name="T21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116">
                  <a:moveTo>
                    <a:pt x="0" y="58"/>
                  </a:moveTo>
                  <a:cubicBezTo>
                    <a:pt x="0" y="12"/>
                    <a:pt x="42" y="0"/>
                    <a:pt x="70" y="0"/>
                  </a:cubicBezTo>
                  <a:cubicBezTo>
                    <a:pt x="103" y="0"/>
                    <a:pt x="125" y="12"/>
                    <a:pt x="134" y="3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96" y="34"/>
                    <a:pt x="85" y="28"/>
                    <a:pt x="70" y="28"/>
                  </a:cubicBezTo>
                  <a:cubicBezTo>
                    <a:pt x="51" y="28"/>
                    <a:pt x="37" y="38"/>
                    <a:pt x="37" y="58"/>
                  </a:cubicBezTo>
                  <a:cubicBezTo>
                    <a:pt x="37" y="75"/>
                    <a:pt x="49" y="88"/>
                    <a:pt x="69" y="88"/>
                  </a:cubicBezTo>
                  <a:cubicBezTo>
                    <a:pt x="78" y="88"/>
                    <a:pt x="95" y="85"/>
                    <a:pt x="102" y="70"/>
                  </a:cubicBezTo>
                  <a:cubicBezTo>
                    <a:pt x="134" y="81"/>
                    <a:pt x="134" y="81"/>
                    <a:pt x="134" y="81"/>
                  </a:cubicBezTo>
                  <a:cubicBezTo>
                    <a:pt x="127" y="98"/>
                    <a:pt x="105" y="116"/>
                    <a:pt x="67" y="116"/>
                  </a:cubicBezTo>
                  <a:cubicBezTo>
                    <a:pt x="37" y="116"/>
                    <a:pt x="0" y="102"/>
                    <a:pt x="0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E4628E05-BF0D-4B94-8871-F81474BF8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5" y="1471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0 w 141"/>
                <a:gd name="T3" fmla="*/ 0 h 116"/>
                <a:gd name="T4" fmla="*/ 141 w 141"/>
                <a:gd name="T5" fmla="*/ 58 h 116"/>
                <a:gd name="T6" fmla="*/ 70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0 w 141"/>
                <a:gd name="T13" fmla="*/ 28 h 116"/>
                <a:gd name="T14" fmla="*/ 36 w 141"/>
                <a:gd name="T15" fmla="*/ 58 h 116"/>
                <a:gd name="T16" fmla="*/ 70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2"/>
                    <a:pt x="40" y="0"/>
                    <a:pt x="70" y="0"/>
                  </a:cubicBezTo>
                  <a:cubicBezTo>
                    <a:pt x="101" y="0"/>
                    <a:pt x="141" y="12"/>
                    <a:pt x="141" y="58"/>
                  </a:cubicBezTo>
                  <a:cubicBezTo>
                    <a:pt x="141" y="102"/>
                    <a:pt x="101" y="116"/>
                    <a:pt x="70" y="116"/>
                  </a:cubicBezTo>
                  <a:cubicBezTo>
                    <a:pt x="40" y="116"/>
                    <a:pt x="0" y="102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8"/>
                    <a:pt x="70" y="28"/>
                  </a:cubicBezTo>
                  <a:cubicBezTo>
                    <a:pt x="50" y="28"/>
                    <a:pt x="36" y="39"/>
                    <a:pt x="36" y="58"/>
                  </a:cubicBezTo>
                  <a:cubicBezTo>
                    <a:pt x="36" y="75"/>
                    <a:pt x="50" y="88"/>
                    <a:pt x="70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4932972-1DB1-4978-93BC-E29D7995B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469"/>
              <a:ext cx="216" cy="271"/>
            </a:xfrm>
            <a:custGeom>
              <a:avLst/>
              <a:gdLst>
                <a:gd name="T0" fmla="*/ 0 w 91"/>
                <a:gd name="T1" fmla="*/ 3 h 114"/>
                <a:gd name="T2" fmla="*/ 36 w 91"/>
                <a:gd name="T3" fmla="*/ 3 h 114"/>
                <a:gd name="T4" fmla="*/ 36 w 91"/>
                <a:gd name="T5" fmla="*/ 21 h 114"/>
                <a:gd name="T6" fmla="*/ 90 w 91"/>
                <a:gd name="T7" fmla="*/ 1 h 114"/>
                <a:gd name="T8" fmla="*/ 91 w 91"/>
                <a:gd name="T9" fmla="*/ 1 h 114"/>
                <a:gd name="T10" fmla="*/ 91 w 91"/>
                <a:gd name="T11" fmla="*/ 33 h 114"/>
                <a:gd name="T12" fmla="*/ 81 w 91"/>
                <a:gd name="T13" fmla="*/ 33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43" y="11"/>
                    <a:pt x="58" y="0"/>
                    <a:pt x="90" y="1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3"/>
                    <a:pt x="81" y="33"/>
                  </a:cubicBezTo>
                  <a:cubicBezTo>
                    <a:pt x="57" y="33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D451020-4887-46C0-85DE-E5322BFE7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476"/>
              <a:ext cx="354" cy="367"/>
            </a:xfrm>
            <a:custGeom>
              <a:avLst/>
              <a:gdLst>
                <a:gd name="T0" fmla="*/ 16 w 149"/>
                <a:gd name="T1" fmla="*/ 154 h 154"/>
                <a:gd name="T2" fmla="*/ 16 w 149"/>
                <a:gd name="T3" fmla="*/ 127 h 154"/>
                <a:gd name="T4" fmla="*/ 52 w 149"/>
                <a:gd name="T5" fmla="*/ 127 h 154"/>
                <a:gd name="T6" fmla="*/ 57 w 149"/>
                <a:gd name="T7" fmla="*/ 117 h 154"/>
                <a:gd name="T8" fmla="*/ 0 w 149"/>
                <a:gd name="T9" fmla="*/ 0 h 154"/>
                <a:gd name="T10" fmla="*/ 39 w 149"/>
                <a:gd name="T11" fmla="*/ 0 h 154"/>
                <a:gd name="T12" fmla="*/ 76 w 149"/>
                <a:gd name="T13" fmla="*/ 78 h 154"/>
                <a:gd name="T14" fmla="*/ 113 w 149"/>
                <a:gd name="T15" fmla="*/ 0 h 154"/>
                <a:gd name="T16" fmla="*/ 149 w 149"/>
                <a:gd name="T17" fmla="*/ 0 h 154"/>
                <a:gd name="T18" fmla="*/ 91 w 149"/>
                <a:gd name="T19" fmla="*/ 120 h 154"/>
                <a:gd name="T20" fmla="*/ 43 w 149"/>
                <a:gd name="T21" fmla="*/ 154 h 154"/>
                <a:gd name="T22" fmla="*/ 16 w 149"/>
                <a:gd name="T23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9" h="154">
                  <a:moveTo>
                    <a:pt x="16" y="154"/>
                  </a:moveTo>
                  <a:cubicBezTo>
                    <a:pt x="16" y="127"/>
                    <a:pt x="16" y="127"/>
                    <a:pt x="16" y="127"/>
                  </a:cubicBezTo>
                  <a:cubicBezTo>
                    <a:pt x="52" y="127"/>
                    <a:pt x="52" y="127"/>
                    <a:pt x="52" y="12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78" y="146"/>
                    <a:pt x="67" y="154"/>
                    <a:pt x="43" y="154"/>
                  </a:cubicBezTo>
                  <a:cubicBezTo>
                    <a:pt x="25" y="154"/>
                    <a:pt x="16" y="154"/>
                    <a:pt x="16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C04D721F-ED6C-481E-BE52-70AC25B4A8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9" y="985"/>
              <a:ext cx="328" cy="386"/>
            </a:xfrm>
            <a:custGeom>
              <a:avLst/>
              <a:gdLst>
                <a:gd name="T0" fmla="*/ 138 w 138"/>
                <a:gd name="T1" fmla="*/ 2 h 162"/>
                <a:gd name="T2" fmla="*/ 102 w 138"/>
                <a:gd name="T3" fmla="*/ 2 h 162"/>
                <a:gd name="T4" fmla="*/ 102 w 138"/>
                <a:gd name="T5" fmla="*/ 12 h 162"/>
                <a:gd name="T6" fmla="*/ 63 w 138"/>
                <a:gd name="T7" fmla="*/ 0 h 162"/>
                <a:gd name="T8" fmla="*/ 0 w 138"/>
                <a:gd name="T9" fmla="*/ 58 h 162"/>
                <a:gd name="T10" fmla="*/ 63 w 138"/>
                <a:gd name="T11" fmla="*/ 116 h 162"/>
                <a:gd name="T12" fmla="*/ 102 w 138"/>
                <a:gd name="T13" fmla="*/ 104 h 162"/>
                <a:gd name="T14" fmla="*/ 102 w 138"/>
                <a:gd name="T15" fmla="*/ 106 h 162"/>
                <a:gd name="T16" fmla="*/ 68 w 138"/>
                <a:gd name="T17" fmla="*/ 135 h 162"/>
                <a:gd name="T18" fmla="*/ 30 w 138"/>
                <a:gd name="T19" fmla="*/ 122 h 162"/>
                <a:gd name="T20" fmla="*/ 6 w 138"/>
                <a:gd name="T21" fmla="*/ 137 h 162"/>
                <a:gd name="T22" fmla="*/ 71 w 138"/>
                <a:gd name="T23" fmla="*/ 162 h 162"/>
                <a:gd name="T24" fmla="*/ 138 w 138"/>
                <a:gd name="T25" fmla="*/ 103 h 162"/>
                <a:gd name="T26" fmla="*/ 138 w 138"/>
                <a:gd name="T27" fmla="*/ 2 h 162"/>
                <a:gd name="T28" fmla="*/ 71 w 138"/>
                <a:gd name="T29" fmla="*/ 88 h 162"/>
                <a:gd name="T30" fmla="*/ 36 w 138"/>
                <a:gd name="T31" fmla="*/ 58 h 162"/>
                <a:gd name="T32" fmla="*/ 71 w 138"/>
                <a:gd name="T33" fmla="*/ 29 h 162"/>
                <a:gd name="T34" fmla="*/ 105 w 138"/>
                <a:gd name="T35" fmla="*/ 58 h 162"/>
                <a:gd name="T36" fmla="*/ 71 w 138"/>
                <a:gd name="T37" fmla="*/ 88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2">
                  <a:moveTo>
                    <a:pt x="138" y="2"/>
                  </a:moveTo>
                  <a:cubicBezTo>
                    <a:pt x="102" y="2"/>
                    <a:pt x="102" y="2"/>
                    <a:pt x="102" y="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93" y="5"/>
                    <a:pt x="80" y="0"/>
                    <a:pt x="63" y="0"/>
                  </a:cubicBezTo>
                  <a:cubicBezTo>
                    <a:pt x="43" y="0"/>
                    <a:pt x="0" y="12"/>
                    <a:pt x="0" y="58"/>
                  </a:cubicBezTo>
                  <a:cubicBezTo>
                    <a:pt x="0" y="104"/>
                    <a:pt x="42" y="116"/>
                    <a:pt x="63" y="116"/>
                  </a:cubicBezTo>
                  <a:cubicBezTo>
                    <a:pt x="80" y="116"/>
                    <a:pt x="93" y="111"/>
                    <a:pt x="102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2" y="126"/>
                    <a:pt x="91" y="135"/>
                    <a:pt x="68" y="135"/>
                  </a:cubicBezTo>
                  <a:cubicBezTo>
                    <a:pt x="53" y="135"/>
                    <a:pt x="39" y="130"/>
                    <a:pt x="30" y="122"/>
                  </a:cubicBezTo>
                  <a:cubicBezTo>
                    <a:pt x="6" y="137"/>
                    <a:pt x="6" y="137"/>
                    <a:pt x="6" y="137"/>
                  </a:cubicBezTo>
                  <a:cubicBezTo>
                    <a:pt x="15" y="150"/>
                    <a:pt x="38" y="162"/>
                    <a:pt x="71" y="162"/>
                  </a:cubicBezTo>
                  <a:cubicBezTo>
                    <a:pt x="103" y="162"/>
                    <a:pt x="138" y="151"/>
                    <a:pt x="138" y="103"/>
                  </a:cubicBezTo>
                  <a:cubicBezTo>
                    <a:pt x="138" y="98"/>
                    <a:pt x="138" y="2"/>
                    <a:pt x="138" y="2"/>
                  </a:cubicBezTo>
                  <a:close/>
                  <a:moveTo>
                    <a:pt x="71" y="88"/>
                  </a:moveTo>
                  <a:cubicBezTo>
                    <a:pt x="50" y="88"/>
                    <a:pt x="36" y="76"/>
                    <a:pt x="36" y="58"/>
                  </a:cubicBezTo>
                  <a:cubicBezTo>
                    <a:pt x="36" y="39"/>
                    <a:pt x="50" y="29"/>
                    <a:pt x="71" y="29"/>
                  </a:cubicBezTo>
                  <a:cubicBezTo>
                    <a:pt x="91" y="29"/>
                    <a:pt x="105" y="40"/>
                    <a:pt x="105" y="58"/>
                  </a:cubicBezTo>
                  <a:cubicBezTo>
                    <a:pt x="105" y="77"/>
                    <a:pt x="91" y="88"/>
                    <a:pt x="71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EB89873B-A708-4AC9-AECB-76665CAE1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888"/>
              <a:ext cx="344" cy="369"/>
            </a:xfrm>
            <a:custGeom>
              <a:avLst/>
              <a:gdLst>
                <a:gd name="T0" fmla="*/ 0 w 344"/>
                <a:gd name="T1" fmla="*/ 0 h 369"/>
                <a:gd name="T2" fmla="*/ 344 w 344"/>
                <a:gd name="T3" fmla="*/ 0 h 369"/>
                <a:gd name="T4" fmla="*/ 344 w 344"/>
                <a:gd name="T5" fmla="*/ 76 h 369"/>
                <a:gd name="T6" fmla="*/ 88 w 344"/>
                <a:gd name="T7" fmla="*/ 76 h 369"/>
                <a:gd name="T8" fmla="*/ 88 w 344"/>
                <a:gd name="T9" fmla="*/ 157 h 369"/>
                <a:gd name="T10" fmla="*/ 299 w 344"/>
                <a:gd name="T11" fmla="*/ 157 h 369"/>
                <a:gd name="T12" fmla="*/ 299 w 344"/>
                <a:gd name="T13" fmla="*/ 228 h 369"/>
                <a:gd name="T14" fmla="*/ 88 w 344"/>
                <a:gd name="T15" fmla="*/ 228 h 369"/>
                <a:gd name="T16" fmla="*/ 88 w 344"/>
                <a:gd name="T17" fmla="*/ 369 h 369"/>
                <a:gd name="T18" fmla="*/ 0 w 344"/>
                <a:gd name="T19" fmla="*/ 369 h 369"/>
                <a:gd name="T20" fmla="*/ 0 w 344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9">
                  <a:moveTo>
                    <a:pt x="0" y="0"/>
                  </a:moveTo>
                  <a:lnTo>
                    <a:pt x="344" y="0"/>
                  </a:lnTo>
                  <a:lnTo>
                    <a:pt x="344" y="76"/>
                  </a:lnTo>
                  <a:lnTo>
                    <a:pt x="88" y="76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8"/>
                  </a:lnTo>
                  <a:lnTo>
                    <a:pt x="88" y="228"/>
                  </a:lnTo>
                  <a:lnTo>
                    <a:pt x="88" y="369"/>
                  </a:lnTo>
                  <a:lnTo>
                    <a:pt x="0" y="3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562D4BD0-57CE-4EE5-82AE-0175A662AD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5" y="985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1 w 141"/>
                <a:gd name="T3" fmla="*/ 0 h 116"/>
                <a:gd name="T4" fmla="*/ 141 w 141"/>
                <a:gd name="T5" fmla="*/ 58 h 116"/>
                <a:gd name="T6" fmla="*/ 71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1 w 141"/>
                <a:gd name="T13" fmla="*/ 29 h 116"/>
                <a:gd name="T14" fmla="*/ 36 w 141"/>
                <a:gd name="T15" fmla="*/ 58 h 116"/>
                <a:gd name="T16" fmla="*/ 71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3"/>
                    <a:pt x="40" y="0"/>
                    <a:pt x="71" y="0"/>
                  </a:cubicBezTo>
                  <a:cubicBezTo>
                    <a:pt x="101" y="0"/>
                    <a:pt x="141" y="13"/>
                    <a:pt x="141" y="58"/>
                  </a:cubicBezTo>
                  <a:cubicBezTo>
                    <a:pt x="141" y="103"/>
                    <a:pt x="101" y="116"/>
                    <a:pt x="71" y="116"/>
                  </a:cubicBezTo>
                  <a:cubicBezTo>
                    <a:pt x="40" y="116"/>
                    <a:pt x="0" y="103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9"/>
                    <a:pt x="71" y="29"/>
                  </a:cubicBezTo>
                  <a:cubicBezTo>
                    <a:pt x="50" y="29"/>
                    <a:pt x="36" y="39"/>
                    <a:pt x="36" y="58"/>
                  </a:cubicBezTo>
                  <a:cubicBezTo>
                    <a:pt x="36" y="76"/>
                    <a:pt x="50" y="88"/>
                    <a:pt x="71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3C4AA353-4D25-4D02-9BEA-84CB628F1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985"/>
              <a:ext cx="216" cy="272"/>
            </a:xfrm>
            <a:custGeom>
              <a:avLst/>
              <a:gdLst>
                <a:gd name="T0" fmla="*/ 0 w 91"/>
                <a:gd name="T1" fmla="*/ 2 h 114"/>
                <a:gd name="T2" fmla="*/ 36 w 91"/>
                <a:gd name="T3" fmla="*/ 2 h 114"/>
                <a:gd name="T4" fmla="*/ 36 w 91"/>
                <a:gd name="T5" fmla="*/ 20 h 114"/>
                <a:gd name="T6" fmla="*/ 90 w 91"/>
                <a:gd name="T7" fmla="*/ 0 h 114"/>
                <a:gd name="T8" fmla="*/ 91 w 91"/>
                <a:gd name="T9" fmla="*/ 0 h 114"/>
                <a:gd name="T10" fmla="*/ 91 w 91"/>
                <a:gd name="T11" fmla="*/ 33 h 114"/>
                <a:gd name="T12" fmla="*/ 81 w 91"/>
                <a:gd name="T13" fmla="*/ 32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2"/>
                  </a:moveTo>
                  <a:cubicBezTo>
                    <a:pt x="36" y="2"/>
                    <a:pt x="36" y="2"/>
                    <a:pt x="36" y="2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43" y="11"/>
                    <a:pt x="58" y="0"/>
                    <a:pt x="90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2"/>
                    <a:pt x="81" y="32"/>
                  </a:cubicBezTo>
                  <a:cubicBezTo>
                    <a:pt x="57" y="32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C4BCA016-0641-47C6-8F26-0A3BDC5D4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9" y="985"/>
              <a:ext cx="325" cy="277"/>
            </a:xfrm>
            <a:custGeom>
              <a:avLst/>
              <a:gdLst>
                <a:gd name="T0" fmla="*/ 70 w 137"/>
                <a:gd name="T1" fmla="*/ 116 h 116"/>
                <a:gd name="T2" fmla="*/ 0 w 137"/>
                <a:gd name="T3" fmla="*/ 58 h 116"/>
                <a:gd name="T4" fmla="*/ 70 w 137"/>
                <a:gd name="T5" fmla="*/ 0 h 116"/>
                <a:gd name="T6" fmla="*/ 137 w 137"/>
                <a:gd name="T7" fmla="*/ 63 h 116"/>
                <a:gd name="T8" fmla="*/ 137 w 137"/>
                <a:gd name="T9" fmla="*/ 69 h 116"/>
                <a:gd name="T10" fmla="*/ 36 w 137"/>
                <a:gd name="T11" fmla="*/ 69 h 116"/>
                <a:gd name="T12" fmla="*/ 71 w 137"/>
                <a:gd name="T13" fmla="*/ 90 h 116"/>
                <a:gd name="T14" fmla="*/ 103 w 137"/>
                <a:gd name="T15" fmla="*/ 77 h 116"/>
                <a:gd name="T16" fmla="*/ 134 w 137"/>
                <a:gd name="T17" fmla="*/ 88 h 116"/>
                <a:gd name="T18" fmla="*/ 70 w 137"/>
                <a:gd name="T19" fmla="*/ 116 h 116"/>
                <a:gd name="T20" fmla="*/ 37 w 137"/>
                <a:gd name="T21" fmla="*/ 46 h 116"/>
                <a:gd name="T22" fmla="*/ 102 w 137"/>
                <a:gd name="T23" fmla="*/ 46 h 116"/>
                <a:gd name="T24" fmla="*/ 70 w 137"/>
                <a:gd name="T25" fmla="*/ 26 h 116"/>
                <a:gd name="T26" fmla="*/ 37 w 137"/>
                <a:gd name="T27" fmla="*/ 4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7" h="116">
                  <a:moveTo>
                    <a:pt x="70" y="116"/>
                  </a:moveTo>
                  <a:cubicBezTo>
                    <a:pt x="35" y="116"/>
                    <a:pt x="0" y="102"/>
                    <a:pt x="0" y="58"/>
                  </a:cubicBezTo>
                  <a:cubicBezTo>
                    <a:pt x="0" y="14"/>
                    <a:pt x="39" y="0"/>
                    <a:pt x="70" y="0"/>
                  </a:cubicBezTo>
                  <a:cubicBezTo>
                    <a:pt x="100" y="0"/>
                    <a:pt x="137" y="9"/>
                    <a:pt x="137" y="63"/>
                  </a:cubicBezTo>
                  <a:cubicBezTo>
                    <a:pt x="137" y="69"/>
                    <a:pt x="137" y="69"/>
                    <a:pt x="1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1" y="85"/>
                    <a:pt x="56" y="90"/>
                    <a:pt x="71" y="90"/>
                  </a:cubicBezTo>
                  <a:cubicBezTo>
                    <a:pt x="87" y="90"/>
                    <a:pt x="98" y="87"/>
                    <a:pt x="103" y="77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24" y="105"/>
                    <a:pt x="107" y="116"/>
                    <a:pt x="70" y="116"/>
                  </a:cubicBezTo>
                  <a:close/>
                  <a:moveTo>
                    <a:pt x="37" y="46"/>
                  </a:moveTo>
                  <a:cubicBezTo>
                    <a:pt x="102" y="46"/>
                    <a:pt x="102" y="46"/>
                    <a:pt x="102" y="46"/>
                  </a:cubicBezTo>
                  <a:cubicBezTo>
                    <a:pt x="99" y="31"/>
                    <a:pt x="88" y="26"/>
                    <a:pt x="70" y="26"/>
                  </a:cubicBezTo>
                  <a:cubicBezTo>
                    <a:pt x="59" y="26"/>
                    <a:pt x="42" y="31"/>
                    <a:pt x="37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793192D1-308E-42E5-95B3-27E2F6F09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985"/>
              <a:ext cx="306" cy="277"/>
            </a:xfrm>
            <a:custGeom>
              <a:avLst/>
              <a:gdLst>
                <a:gd name="T0" fmla="*/ 0 w 129"/>
                <a:gd name="T1" fmla="*/ 93 h 116"/>
                <a:gd name="T2" fmla="*/ 23 w 129"/>
                <a:gd name="T3" fmla="*/ 77 h 116"/>
                <a:gd name="T4" fmla="*/ 67 w 129"/>
                <a:gd name="T5" fmla="*/ 91 h 116"/>
                <a:gd name="T6" fmla="*/ 96 w 129"/>
                <a:gd name="T7" fmla="*/ 81 h 116"/>
                <a:gd name="T8" fmla="*/ 61 w 129"/>
                <a:gd name="T9" fmla="*/ 70 h 116"/>
                <a:gd name="T10" fmla="*/ 6 w 129"/>
                <a:gd name="T11" fmla="*/ 36 h 116"/>
                <a:gd name="T12" fmla="*/ 63 w 129"/>
                <a:gd name="T13" fmla="*/ 0 h 116"/>
                <a:gd name="T14" fmla="*/ 127 w 129"/>
                <a:gd name="T15" fmla="*/ 19 h 116"/>
                <a:gd name="T16" fmla="*/ 106 w 129"/>
                <a:gd name="T17" fmla="*/ 38 h 116"/>
                <a:gd name="T18" fmla="*/ 66 w 129"/>
                <a:gd name="T19" fmla="*/ 26 h 116"/>
                <a:gd name="T20" fmla="*/ 40 w 129"/>
                <a:gd name="T21" fmla="*/ 34 h 116"/>
                <a:gd name="T22" fmla="*/ 75 w 129"/>
                <a:gd name="T23" fmla="*/ 45 h 116"/>
                <a:gd name="T24" fmla="*/ 129 w 129"/>
                <a:gd name="T25" fmla="*/ 80 h 116"/>
                <a:gd name="T26" fmla="*/ 67 w 129"/>
                <a:gd name="T27" fmla="*/ 116 h 116"/>
                <a:gd name="T28" fmla="*/ 0 w 129"/>
                <a:gd name="T29" fmla="*/ 93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9" h="116">
                  <a:moveTo>
                    <a:pt x="0" y="93"/>
                  </a:moveTo>
                  <a:cubicBezTo>
                    <a:pt x="23" y="77"/>
                    <a:pt x="23" y="77"/>
                    <a:pt x="23" y="77"/>
                  </a:cubicBezTo>
                  <a:cubicBezTo>
                    <a:pt x="30" y="85"/>
                    <a:pt x="44" y="91"/>
                    <a:pt x="67" y="91"/>
                  </a:cubicBezTo>
                  <a:cubicBezTo>
                    <a:pt x="87" y="91"/>
                    <a:pt x="96" y="88"/>
                    <a:pt x="96" y="81"/>
                  </a:cubicBezTo>
                  <a:cubicBezTo>
                    <a:pt x="96" y="74"/>
                    <a:pt x="85" y="73"/>
                    <a:pt x="61" y="70"/>
                  </a:cubicBezTo>
                  <a:cubicBezTo>
                    <a:pt x="34" y="67"/>
                    <a:pt x="6" y="62"/>
                    <a:pt x="6" y="36"/>
                  </a:cubicBezTo>
                  <a:cubicBezTo>
                    <a:pt x="6" y="10"/>
                    <a:pt x="34" y="0"/>
                    <a:pt x="63" y="0"/>
                  </a:cubicBezTo>
                  <a:cubicBezTo>
                    <a:pt x="98" y="0"/>
                    <a:pt x="117" y="9"/>
                    <a:pt x="127" y="19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98" y="31"/>
                    <a:pt x="84" y="26"/>
                    <a:pt x="66" y="26"/>
                  </a:cubicBezTo>
                  <a:cubicBezTo>
                    <a:pt x="47" y="26"/>
                    <a:pt x="40" y="29"/>
                    <a:pt x="40" y="34"/>
                  </a:cubicBezTo>
                  <a:cubicBezTo>
                    <a:pt x="40" y="42"/>
                    <a:pt x="52" y="43"/>
                    <a:pt x="75" y="45"/>
                  </a:cubicBezTo>
                  <a:cubicBezTo>
                    <a:pt x="104" y="49"/>
                    <a:pt x="129" y="54"/>
                    <a:pt x="129" y="80"/>
                  </a:cubicBezTo>
                  <a:cubicBezTo>
                    <a:pt x="129" y="105"/>
                    <a:pt x="107" y="116"/>
                    <a:pt x="67" y="116"/>
                  </a:cubicBezTo>
                  <a:cubicBezTo>
                    <a:pt x="29" y="116"/>
                    <a:pt x="8" y="106"/>
                    <a:pt x="0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DCFB4E9C-46DC-460A-A35A-541D2BBAED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892"/>
              <a:ext cx="85" cy="365"/>
            </a:xfrm>
            <a:custGeom>
              <a:avLst/>
              <a:gdLst>
                <a:gd name="T0" fmla="*/ 0 w 85"/>
                <a:gd name="T1" fmla="*/ 0 h 365"/>
                <a:gd name="T2" fmla="*/ 42 w 85"/>
                <a:gd name="T3" fmla="*/ 0 h 365"/>
                <a:gd name="T4" fmla="*/ 85 w 85"/>
                <a:gd name="T5" fmla="*/ 0 h 365"/>
                <a:gd name="T6" fmla="*/ 85 w 85"/>
                <a:gd name="T7" fmla="*/ 67 h 365"/>
                <a:gd name="T8" fmla="*/ 0 w 85"/>
                <a:gd name="T9" fmla="*/ 67 h 365"/>
                <a:gd name="T10" fmla="*/ 0 w 85"/>
                <a:gd name="T11" fmla="*/ 0 h 365"/>
                <a:gd name="T12" fmla="*/ 0 w 85"/>
                <a:gd name="T13" fmla="*/ 98 h 365"/>
                <a:gd name="T14" fmla="*/ 85 w 85"/>
                <a:gd name="T15" fmla="*/ 98 h 365"/>
                <a:gd name="T16" fmla="*/ 85 w 85"/>
                <a:gd name="T17" fmla="*/ 365 h 365"/>
                <a:gd name="T18" fmla="*/ 0 w 85"/>
                <a:gd name="T19" fmla="*/ 365 h 365"/>
                <a:gd name="T20" fmla="*/ 0 w 85"/>
                <a:gd name="T21" fmla="*/ 203 h 365"/>
                <a:gd name="T22" fmla="*/ 0 w 85"/>
                <a:gd name="T23" fmla="*/ 9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365">
                  <a:moveTo>
                    <a:pt x="0" y="0"/>
                  </a:moveTo>
                  <a:lnTo>
                    <a:pt x="42" y="0"/>
                  </a:lnTo>
                  <a:lnTo>
                    <a:pt x="85" y="0"/>
                  </a:lnTo>
                  <a:lnTo>
                    <a:pt x="85" y="67"/>
                  </a:lnTo>
                  <a:lnTo>
                    <a:pt x="0" y="67"/>
                  </a:lnTo>
                  <a:lnTo>
                    <a:pt x="0" y="0"/>
                  </a:lnTo>
                  <a:close/>
                  <a:moveTo>
                    <a:pt x="0" y="98"/>
                  </a:moveTo>
                  <a:lnTo>
                    <a:pt x="85" y="98"/>
                  </a:lnTo>
                  <a:lnTo>
                    <a:pt x="85" y="365"/>
                  </a:lnTo>
                  <a:lnTo>
                    <a:pt x="0" y="365"/>
                  </a:lnTo>
                  <a:lnTo>
                    <a:pt x="0" y="203"/>
                  </a:ln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BE9191B0-26CE-4079-A4D2-852B05C7B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5" y="888"/>
              <a:ext cx="306" cy="369"/>
            </a:xfrm>
            <a:custGeom>
              <a:avLst/>
              <a:gdLst>
                <a:gd name="T0" fmla="*/ 0 w 129"/>
                <a:gd name="T1" fmla="*/ 0 h 155"/>
                <a:gd name="T2" fmla="*/ 36 w 129"/>
                <a:gd name="T3" fmla="*/ 0 h 155"/>
                <a:gd name="T4" fmla="*/ 36 w 129"/>
                <a:gd name="T5" fmla="*/ 55 h 155"/>
                <a:gd name="T6" fmla="*/ 86 w 129"/>
                <a:gd name="T7" fmla="*/ 41 h 155"/>
                <a:gd name="T8" fmla="*/ 129 w 129"/>
                <a:gd name="T9" fmla="*/ 83 h 155"/>
                <a:gd name="T10" fmla="*/ 129 w 129"/>
                <a:gd name="T11" fmla="*/ 155 h 155"/>
                <a:gd name="T12" fmla="*/ 93 w 129"/>
                <a:gd name="T13" fmla="*/ 155 h 155"/>
                <a:gd name="T14" fmla="*/ 93 w 129"/>
                <a:gd name="T15" fmla="*/ 86 h 155"/>
                <a:gd name="T16" fmla="*/ 70 w 129"/>
                <a:gd name="T17" fmla="*/ 72 h 155"/>
                <a:gd name="T18" fmla="*/ 36 w 129"/>
                <a:gd name="T19" fmla="*/ 81 h 155"/>
                <a:gd name="T20" fmla="*/ 36 w 129"/>
                <a:gd name="T21" fmla="*/ 155 h 155"/>
                <a:gd name="T22" fmla="*/ 0 w 129"/>
                <a:gd name="T23" fmla="*/ 155 h 155"/>
                <a:gd name="T24" fmla="*/ 0 w 129"/>
                <a:gd name="T2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" h="155">
                  <a:moveTo>
                    <a:pt x="0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2" y="50"/>
                    <a:pt x="61" y="41"/>
                    <a:pt x="86" y="41"/>
                  </a:cubicBezTo>
                  <a:cubicBezTo>
                    <a:pt x="110" y="41"/>
                    <a:pt x="129" y="52"/>
                    <a:pt x="129" y="83"/>
                  </a:cubicBezTo>
                  <a:cubicBezTo>
                    <a:pt x="129" y="155"/>
                    <a:pt x="129" y="155"/>
                    <a:pt x="129" y="155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93" y="77"/>
                    <a:pt x="87" y="72"/>
                    <a:pt x="70" y="72"/>
                  </a:cubicBezTo>
                  <a:cubicBezTo>
                    <a:pt x="56" y="72"/>
                    <a:pt x="42" y="76"/>
                    <a:pt x="36" y="81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0" y="155"/>
                    <a:pt x="0" y="155"/>
                    <a:pt x="0" y="15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73BFC720-6064-4CB2-8501-DFD4A7270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900"/>
              <a:ext cx="259" cy="357"/>
            </a:xfrm>
            <a:custGeom>
              <a:avLst/>
              <a:gdLst>
                <a:gd name="T0" fmla="*/ 31 w 109"/>
                <a:gd name="T1" fmla="*/ 114 h 150"/>
                <a:gd name="T2" fmla="*/ 31 w 109"/>
                <a:gd name="T3" fmla="*/ 65 h 150"/>
                <a:gd name="T4" fmla="*/ 0 w 109"/>
                <a:gd name="T5" fmla="*/ 65 h 150"/>
                <a:gd name="T6" fmla="*/ 0 w 109"/>
                <a:gd name="T7" fmla="*/ 38 h 150"/>
                <a:gd name="T8" fmla="*/ 31 w 109"/>
                <a:gd name="T9" fmla="*/ 38 h 150"/>
                <a:gd name="T10" fmla="*/ 31 w 109"/>
                <a:gd name="T11" fmla="*/ 0 h 150"/>
                <a:gd name="T12" fmla="*/ 67 w 109"/>
                <a:gd name="T13" fmla="*/ 0 h 150"/>
                <a:gd name="T14" fmla="*/ 67 w 109"/>
                <a:gd name="T15" fmla="*/ 38 h 150"/>
                <a:gd name="T16" fmla="*/ 109 w 109"/>
                <a:gd name="T17" fmla="*/ 38 h 150"/>
                <a:gd name="T18" fmla="*/ 109 w 109"/>
                <a:gd name="T19" fmla="*/ 65 h 150"/>
                <a:gd name="T20" fmla="*/ 67 w 109"/>
                <a:gd name="T21" fmla="*/ 65 h 150"/>
                <a:gd name="T22" fmla="*/ 67 w 109"/>
                <a:gd name="T23" fmla="*/ 123 h 150"/>
                <a:gd name="T24" fmla="*/ 84 w 109"/>
                <a:gd name="T25" fmla="*/ 123 h 150"/>
                <a:gd name="T26" fmla="*/ 106 w 109"/>
                <a:gd name="T27" fmla="*/ 123 h 150"/>
                <a:gd name="T28" fmla="*/ 106 w 109"/>
                <a:gd name="T29" fmla="*/ 150 h 150"/>
                <a:gd name="T30" fmla="*/ 71 w 109"/>
                <a:gd name="T31" fmla="*/ 150 h 150"/>
                <a:gd name="T32" fmla="*/ 31 w 109"/>
                <a:gd name="T33" fmla="*/ 11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50">
                  <a:moveTo>
                    <a:pt x="31" y="114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65"/>
                    <a:pt x="109" y="65"/>
                    <a:pt x="109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3"/>
                    <a:pt x="67" y="123"/>
                    <a:pt x="67" y="123"/>
                  </a:cubicBezTo>
                  <a:cubicBezTo>
                    <a:pt x="84" y="123"/>
                    <a:pt x="84" y="123"/>
                    <a:pt x="84" y="123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50"/>
                    <a:pt x="106" y="150"/>
                    <a:pt x="106" y="150"/>
                  </a:cubicBezTo>
                  <a:cubicBezTo>
                    <a:pt x="106" y="150"/>
                    <a:pt x="86" y="150"/>
                    <a:pt x="71" y="150"/>
                  </a:cubicBezTo>
                  <a:cubicBezTo>
                    <a:pt x="40" y="150"/>
                    <a:pt x="31" y="136"/>
                    <a:pt x="3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75618806-9001-4D00-8C3B-8C880302F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1857"/>
              <a:ext cx="475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F1F3352C-9EE3-4827-8B4A-C11EDC910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" y="1374"/>
              <a:ext cx="1125" cy="3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B91BF45F-ED03-4B0B-8EC2-EF1306479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888"/>
              <a:ext cx="1208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5E1FC822-5896-4C8F-8FF3-F05992C3B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921"/>
              <a:ext cx="193" cy="296"/>
            </a:xfrm>
            <a:custGeom>
              <a:avLst/>
              <a:gdLst>
                <a:gd name="T0" fmla="*/ 74 w 81"/>
                <a:gd name="T1" fmla="*/ 67 h 124"/>
                <a:gd name="T2" fmla="*/ 79 w 81"/>
                <a:gd name="T3" fmla="*/ 76 h 124"/>
                <a:gd name="T4" fmla="*/ 81 w 81"/>
                <a:gd name="T5" fmla="*/ 88 h 124"/>
                <a:gd name="T6" fmla="*/ 69 w 81"/>
                <a:gd name="T7" fmla="*/ 113 h 124"/>
                <a:gd name="T8" fmla="*/ 41 w 81"/>
                <a:gd name="T9" fmla="*/ 124 h 124"/>
                <a:gd name="T10" fmla="*/ 25 w 81"/>
                <a:gd name="T11" fmla="*/ 121 h 124"/>
                <a:gd name="T12" fmla="*/ 11 w 81"/>
                <a:gd name="T13" fmla="*/ 115 h 124"/>
                <a:gd name="T14" fmla="*/ 8 w 81"/>
                <a:gd name="T15" fmla="*/ 121 h 124"/>
                <a:gd name="T16" fmla="*/ 1 w 81"/>
                <a:gd name="T17" fmla="*/ 121 h 124"/>
                <a:gd name="T18" fmla="*/ 0 w 81"/>
                <a:gd name="T19" fmla="*/ 81 h 124"/>
                <a:gd name="T20" fmla="*/ 7 w 81"/>
                <a:gd name="T21" fmla="*/ 81 h 124"/>
                <a:gd name="T22" fmla="*/ 11 w 81"/>
                <a:gd name="T23" fmla="*/ 94 h 124"/>
                <a:gd name="T24" fmla="*/ 19 w 81"/>
                <a:gd name="T25" fmla="*/ 106 h 124"/>
                <a:gd name="T26" fmla="*/ 29 w 81"/>
                <a:gd name="T27" fmla="*/ 113 h 124"/>
                <a:gd name="T28" fmla="*/ 42 w 81"/>
                <a:gd name="T29" fmla="*/ 116 h 124"/>
                <a:gd name="T30" fmla="*/ 52 w 81"/>
                <a:gd name="T31" fmla="*/ 115 h 124"/>
                <a:gd name="T32" fmla="*/ 59 w 81"/>
                <a:gd name="T33" fmla="*/ 111 h 124"/>
                <a:gd name="T34" fmla="*/ 63 w 81"/>
                <a:gd name="T35" fmla="*/ 104 h 124"/>
                <a:gd name="T36" fmla="*/ 64 w 81"/>
                <a:gd name="T37" fmla="*/ 96 h 124"/>
                <a:gd name="T38" fmla="*/ 61 w 81"/>
                <a:gd name="T39" fmla="*/ 82 h 124"/>
                <a:gd name="T40" fmla="*/ 49 w 81"/>
                <a:gd name="T41" fmla="*/ 73 h 124"/>
                <a:gd name="T42" fmla="*/ 36 w 81"/>
                <a:gd name="T43" fmla="*/ 68 h 124"/>
                <a:gd name="T44" fmla="*/ 24 w 81"/>
                <a:gd name="T45" fmla="*/ 63 h 124"/>
                <a:gd name="T46" fmla="*/ 9 w 81"/>
                <a:gd name="T47" fmla="*/ 52 h 124"/>
                <a:gd name="T48" fmla="*/ 3 w 81"/>
                <a:gd name="T49" fmla="*/ 33 h 124"/>
                <a:gd name="T50" fmla="*/ 6 w 81"/>
                <a:gd name="T51" fmla="*/ 20 h 124"/>
                <a:gd name="T52" fmla="*/ 14 w 81"/>
                <a:gd name="T53" fmla="*/ 10 h 124"/>
                <a:gd name="T54" fmla="*/ 25 w 81"/>
                <a:gd name="T55" fmla="*/ 3 h 124"/>
                <a:gd name="T56" fmla="*/ 39 w 81"/>
                <a:gd name="T57" fmla="*/ 0 h 124"/>
                <a:gd name="T58" fmla="*/ 53 w 81"/>
                <a:gd name="T59" fmla="*/ 3 h 124"/>
                <a:gd name="T60" fmla="*/ 65 w 81"/>
                <a:gd name="T61" fmla="*/ 9 h 124"/>
                <a:gd name="T62" fmla="*/ 69 w 81"/>
                <a:gd name="T63" fmla="*/ 3 h 124"/>
                <a:gd name="T64" fmla="*/ 75 w 81"/>
                <a:gd name="T65" fmla="*/ 3 h 124"/>
                <a:gd name="T66" fmla="*/ 76 w 81"/>
                <a:gd name="T67" fmla="*/ 42 h 124"/>
                <a:gd name="T68" fmla="*/ 69 w 81"/>
                <a:gd name="T69" fmla="*/ 42 h 124"/>
                <a:gd name="T70" fmla="*/ 65 w 81"/>
                <a:gd name="T71" fmla="*/ 29 h 124"/>
                <a:gd name="T72" fmla="*/ 59 w 81"/>
                <a:gd name="T73" fmla="*/ 18 h 124"/>
                <a:gd name="T74" fmla="*/ 50 w 81"/>
                <a:gd name="T75" fmla="*/ 11 h 124"/>
                <a:gd name="T76" fmla="*/ 38 w 81"/>
                <a:gd name="T77" fmla="*/ 8 h 124"/>
                <a:gd name="T78" fmla="*/ 24 w 81"/>
                <a:gd name="T79" fmla="*/ 13 h 124"/>
                <a:gd name="T80" fmla="*/ 19 w 81"/>
                <a:gd name="T81" fmla="*/ 25 h 124"/>
                <a:gd name="T82" fmla="*/ 22 w 81"/>
                <a:gd name="T83" fmla="*/ 38 h 124"/>
                <a:gd name="T84" fmla="*/ 33 w 81"/>
                <a:gd name="T85" fmla="*/ 46 h 124"/>
                <a:gd name="T86" fmla="*/ 45 w 81"/>
                <a:gd name="T87" fmla="*/ 51 h 124"/>
                <a:gd name="T88" fmla="*/ 56 w 81"/>
                <a:gd name="T89" fmla="*/ 56 h 124"/>
                <a:gd name="T90" fmla="*/ 66 w 81"/>
                <a:gd name="T91" fmla="*/ 61 h 124"/>
                <a:gd name="T92" fmla="*/ 74 w 81"/>
                <a:gd name="T93" fmla="*/ 6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" h="124">
                  <a:moveTo>
                    <a:pt x="74" y="67"/>
                  </a:moveTo>
                  <a:cubicBezTo>
                    <a:pt x="76" y="70"/>
                    <a:pt x="78" y="73"/>
                    <a:pt x="79" y="76"/>
                  </a:cubicBezTo>
                  <a:cubicBezTo>
                    <a:pt x="80" y="79"/>
                    <a:pt x="81" y="83"/>
                    <a:pt x="81" y="88"/>
                  </a:cubicBezTo>
                  <a:cubicBezTo>
                    <a:pt x="81" y="98"/>
                    <a:pt x="77" y="107"/>
                    <a:pt x="69" y="113"/>
                  </a:cubicBezTo>
                  <a:cubicBezTo>
                    <a:pt x="62" y="120"/>
                    <a:pt x="52" y="124"/>
                    <a:pt x="41" y="124"/>
                  </a:cubicBezTo>
                  <a:cubicBezTo>
                    <a:pt x="35" y="124"/>
                    <a:pt x="30" y="123"/>
                    <a:pt x="25" y="121"/>
                  </a:cubicBezTo>
                  <a:cubicBezTo>
                    <a:pt x="20" y="119"/>
                    <a:pt x="15" y="117"/>
                    <a:pt x="11" y="115"/>
                  </a:cubicBezTo>
                  <a:cubicBezTo>
                    <a:pt x="8" y="121"/>
                    <a:pt x="8" y="121"/>
                    <a:pt x="8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8" y="86"/>
                    <a:pt x="10" y="90"/>
                    <a:pt x="11" y="94"/>
                  </a:cubicBezTo>
                  <a:cubicBezTo>
                    <a:pt x="13" y="98"/>
                    <a:pt x="16" y="102"/>
                    <a:pt x="19" y="106"/>
                  </a:cubicBezTo>
                  <a:cubicBezTo>
                    <a:pt x="22" y="109"/>
                    <a:pt x="25" y="111"/>
                    <a:pt x="29" y="113"/>
                  </a:cubicBezTo>
                  <a:cubicBezTo>
                    <a:pt x="33" y="115"/>
                    <a:pt x="37" y="116"/>
                    <a:pt x="42" y="116"/>
                  </a:cubicBezTo>
                  <a:cubicBezTo>
                    <a:pt x="46" y="116"/>
                    <a:pt x="49" y="116"/>
                    <a:pt x="52" y="115"/>
                  </a:cubicBezTo>
                  <a:cubicBezTo>
                    <a:pt x="55" y="114"/>
                    <a:pt x="57" y="112"/>
                    <a:pt x="59" y="111"/>
                  </a:cubicBezTo>
                  <a:cubicBezTo>
                    <a:pt x="61" y="109"/>
                    <a:pt x="62" y="107"/>
                    <a:pt x="63" y="104"/>
                  </a:cubicBezTo>
                  <a:cubicBezTo>
                    <a:pt x="64" y="102"/>
                    <a:pt x="64" y="99"/>
                    <a:pt x="64" y="96"/>
                  </a:cubicBezTo>
                  <a:cubicBezTo>
                    <a:pt x="64" y="91"/>
                    <a:pt x="63" y="86"/>
                    <a:pt x="61" y="82"/>
                  </a:cubicBezTo>
                  <a:cubicBezTo>
                    <a:pt x="58" y="78"/>
                    <a:pt x="54" y="75"/>
                    <a:pt x="49" y="73"/>
                  </a:cubicBezTo>
                  <a:cubicBezTo>
                    <a:pt x="45" y="72"/>
                    <a:pt x="41" y="70"/>
                    <a:pt x="36" y="68"/>
                  </a:cubicBezTo>
                  <a:cubicBezTo>
                    <a:pt x="32" y="67"/>
                    <a:pt x="28" y="65"/>
                    <a:pt x="24" y="63"/>
                  </a:cubicBezTo>
                  <a:cubicBezTo>
                    <a:pt x="18" y="60"/>
                    <a:pt x="12" y="56"/>
                    <a:pt x="9" y="52"/>
                  </a:cubicBezTo>
                  <a:cubicBezTo>
                    <a:pt x="5" y="47"/>
                    <a:pt x="3" y="40"/>
                    <a:pt x="3" y="33"/>
                  </a:cubicBezTo>
                  <a:cubicBezTo>
                    <a:pt x="3" y="28"/>
                    <a:pt x="4" y="24"/>
                    <a:pt x="6" y="20"/>
                  </a:cubicBezTo>
                  <a:cubicBezTo>
                    <a:pt x="8" y="16"/>
                    <a:pt x="10" y="13"/>
                    <a:pt x="14" y="10"/>
                  </a:cubicBezTo>
                  <a:cubicBezTo>
                    <a:pt x="17" y="7"/>
                    <a:pt x="21" y="5"/>
                    <a:pt x="25" y="3"/>
                  </a:cubicBezTo>
                  <a:cubicBezTo>
                    <a:pt x="29" y="1"/>
                    <a:pt x="34" y="0"/>
                    <a:pt x="39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5"/>
                    <a:pt x="62" y="7"/>
                    <a:pt x="65" y="9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8" y="38"/>
                    <a:pt x="67" y="33"/>
                    <a:pt x="65" y="29"/>
                  </a:cubicBezTo>
                  <a:cubicBezTo>
                    <a:pt x="64" y="25"/>
                    <a:pt x="62" y="22"/>
                    <a:pt x="59" y="18"/>
                  </a:cubicBezTo>
                  <a:cubicBezTo>
                    <a:pt x="57" y="15"/>
                    <a:pt x="54" y="12"/>
                    <a:pt x="50" y="11"/>
                  </a:cubicBezTo>
                  <a:cubicBezTo>
                    <a:pt x="47" y="9"/>
                    <a:pt x="43" y="8"/>
                    <a:pt x="38" y="8"/>
                  </a:cubicBezTo>
                  <a:cubicBezTo>
                    <a:pt x="32" y="8"/>
                    <a:pt x="28" y="9"/>
                    <a:pt x="24" y="13"/>
                  </a:cubicBezTo>
                  <a:cubicBezTo>
                    <a:pt x="21" y="16"/>
                    <a:pt x="19" y="20"/>
                    <a:pt x="19" y="25"/>
                  </a:cubicBezTo>
                  <a:cubicBezTo>
                    <a:pt x="19" y="30"/>
                    <a:pt x="20" y="34"/>
                    <a:pt x="22" y="38"/>
                  </a:cubicBezTo>
                  <a:cubicBezTo>
                    <a:pt x="25" y="41"/>
                    <a:pt x="28" y="44"/>
                    <a:pt x="33" y="46"/>
                  </a:cubicBezTo>
                  <a:cubicBezTo>
                    <a:pt x="37" y="48"/>
                    <a:pt x="41" y="50"/>
                    <a:pt x="45" y="51"/>
                  </a:cubicBezTo>
                  <a:cubicBezTo>
                    <a:pt x="48" y="53"/>
                    <a:pt x="52" y="54"/>
                    <a:pt x="56" y="56"/>
                  </a:cubicBezTo>
                  <a:cubicBezTo>
                    <a:pt x="59" y="57"/>
                    <a:pt x="62" y="59"/>
                    <a:pt x="66" y="61"/>
                  </a:cubicBezTo>
                  <a:cubicBezTo>
                    <a:pt x="69" y="62"/>
                    <a:pt x="71" y="65"/>
                    <a:pt x="7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B38DF2F6-70B3-449F-B8D8-D478441319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9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2 w 73"/>
                <a:gd name="T15" fmla="*/ 27 h 86"/>
                <a:gd name="T16" fmla="*/ 10 w 73"/>
                <a:gd name="T17" fmla="*/ 13 h 86"/>
                <a:gd name="T18" fmla="*/ 21 w 73"/>
                <a:gd name="T19" fmla="*/ 3 h 86"/>
                <a:gd name="T20" fmla="*/ 37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6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6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4 w 73"/>
                <a:gd name="T49" fmla="*/ 34 h 86"/>
                <a:gd name="T50" fmla="*/ 53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6 w 73"/>
                <a:gd name="T61" fmla="*/ 34 h 86"/>
                <a:gd name="T62" fmla="*/ 54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6" y="86"/>
                    <a:pt x="39" y="86"/>
                  </a:cubicBezTo>
                  <a:cubicBezTo>
                    <a:pt x="32" y="86"/>
                    <a:pt x="27" y="85"/>
                    <a:pt x="22" y="83"/>
                  </a:cubicBezTo>
                  <a:cubicBezTo>
                    <a:pt x="17" y="80"/>
                    <a:pt x="12" y="77"/>
                    <a:pt x="9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0" y="54"/>
                    <a:pt x="0" y="48"/>
                    <a:pt x="0" y="42"/>
                  </a:cubicBezTo>
                  <a:cubicBezTo>
                    <a:pt x="0" y="37"/>
                    <a:pt x="1" y="32"/>
                    <a:pt x="2" y="27"/>
                  </a:cubicBezTo>
                  <a:cubicBezTo>
                    <a:pt x="4" y="22"/>
                    <a:pt x="6" y="17"/>
                    <a:pt x="10" y="13"/>
                  </a:cubicBezTo>
                  <a:cubicBezTo>
                    <a:pt x="13" y="9"/>
                    <a:pt x="17" y="6"/>
                    <a:pt x="21" y="3"/>
                  </a:cubicBezTo>
                  <a:cubicBezTo>
                    <a:pt x="26" y="1"/>
                    <a:pt x="31" y="0"/>
                    <a:pt x="37" y="0"/>
                  </a:cubicBezTo>
                  <a:cubicBezTo>
                    <a:pt x="43" y="0"/>
                    <a:pt x="48" y="1"/>
                    <a:pt x="53" y="3"/>
                  </a:cubicBezTo>
                  <a:cubicBezTo>
                    <a:pt x="57" y="4"/>
                    <a:pt x="60" y="7"/>
                    <a:pt x="63" y="10"/>
                  </a:cubicBezTo>
                  <a:cubicBezTo>
                    <a:pt x="66" y="13"/>
                    <a:pt x="67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6"/>
                    <a:pt x="17" y="51"/>
                    <a:pt x="18" y="55"/>
                  </a:cubicBezTo>
                  <a:cubicBezTo>
                    <a:pt x="19" y="60"/>
                    <a:pt x="20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6" y="74"/>
                  </a:cubicBezTo>
                  <a:cubicBezTo>
                    <a:pt x="60" y="71"/>
                    <a:pt x="63" y="67"/>
                    <a:pt x="67" y="61"/>
                  </a:cubicBezTo>
                  <a:lnTo>
                    <a:pt x="73" y="65"/>
                  </a:lnTo>
                  <a:close/>
                  <a:moveTo>
                    <a:pt x="54" y="34"/>
                  </a:moveTo>
                  <a:cubicBezTo>
                    <a:pt x="54" y="30"/>
                    <a:pt x="54" y="27"/>
                    <a:pt x="53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3" y="7"/>
                    <a:pt x="41" y="6"/>
                    <a:pt x="37" y="6"/>
                  </a:cubicBezTo>
                  <a:cubicBezTo>
                    <a:pt x="31" y="6"/>
                    <a:pt x="26" y="9"/>
                    <a:pt x="23" y="13"/>
                  </a:cubicBezTo>
                  <a:cubicBezTo>
                    <a:pt x="19" y="18"/>
                    <a:pt x="17" y="25"/>
                    <a:pt x="16" y="34"/>
                  </a:cubicBezTo>
                  <a:lnTo>
                    <a:pt x="5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4F8AD4E9-BBE9-43E5-8AD2-6DEBE4BA5F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1" y="2010"/>
              <a:ext cx="174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7" y="86"/>
                    <a:pt x="39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4" y="22"/>
                    <a:pt x="7" y="17"/>
                    <a:pt x="10" y="13"/>
                  </a:cubicBezTo>
                  <a:cubicBezTo>
                    <a:pt x="13" y="9"/>
                    <a:pt x="17" y="6"/>
                    <a:pt x="22" y="3"/>
                  </a:cubicBezTo>
                  <a:cubicBezTo>
                    <a:pt x="26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7" y="4"/>
                    <a:pt x="61" y="7"/>
                    <a:pt x="63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0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4" y="27"/>
                    <a:pt x="54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7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2A80F1CD-FDD3-498B-982E-E2336B9312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1" y="1910"/>
              <a:ext cx="100" cy="300"/>
            </a:xfrm>
            <a:custGeom>
              <a:avLst/>
              <a:gdLst>
                <a:gd name="T0" fmla="*/ 42 w 42"/>
                <a:gd name="T1" fmla="*/ 126 h 126"/>
                <a:gd name="T2" fmla="*/ 2 w 42"/>
                <a:gd name="T3" fmla="*/ 126 h 126"/>
                <a:gd name="T4" fmla="*/ 2 w 42"/>
                <a:gd name="T5" fmla="*/ 121 h 126"/>
                <a:gd name="T6" fmla="*/ 6 w 42"/>
                <a:gd name="T7" fmla="*/ 120 h 126"/>
                <a:gd name="T8" fmla="*/ 10 w 42"/>
                <a:gd name="T9" fmla="*/ 120 h 126"/>
                <a:gd name="T10" fmla="*/ 13 w 42"/>
                <a:gd name="T11" fmla="*/ 117 h 126"/>
                <a:gd name="T12" fmla="*/ 14 w 42"/>
                <a:gd name="T13" fmla="*/ 112 h 126"/>
                <a:gd name="T14" fmla="*/ 14 w 42"/>
                <a:gd name="T15" fmla="*/ 62 h 126"/>
                <a:gd name="T16" fmla="*/ 13 w 42"/>
                <a:gd name="T17" fmla="*/ 57 h 126"/>
                <a:gd name="T18" fmla="*/ 10 w 42"/>
                <a:gd name="T19" fmla="*/ 53 h 126"/>
                <a:gd name="T20" fmla="*/ 5 w 42"/>
                <a:gd name="T21" fmla="*/ 51 h 126"/>
                <a:gd name="T22" fmla="*/ 0 w 42"/>
                <a:gd name="T23" fmla="*/ 50 h 126"/>
                <a:gd name="T24" fmla="*/ 0 w 42"/>
                <a:gd name="T25" fmla="*/ 45 h 126"/>
                <a:gd name="T26" fmla="*/ 28 w 42"/>
                <a:gd name="T27" fmla="*/ 43 h 126"/>
                <a:gd name="T28" fmla="*/ 30 w 42"/>
                <a:gd name="T29" fmla="*/ 44 h 126"/>
                <a:gd name="T30" fmla="*/ 30 w 42"/>
                <a:gd name="T31" fmla="*/ 111 h 126"/>
                <a:gd name="T32" fmla="*/ 31 w 42"/>
                <a:gd name="T33" fmla="*/ 116 h 126"/>
                <a:gd name="T34" fmla="*/ 34 w 42"/>
                <a:gd name="T35" fmla="*/ 119 h 126"/>
                <a:gd name="T36" fmla="*/ 38 w 42"/>
                <a:gd name="T37" fmla="*/ 120 h 126"/>
                <a:gd name="T38" fmla="*/ 42 w 42"/>
                <a:gd name="T39" fmla="*/ 121 h 126"/>
                <a:gd name="T40" fmla="*/ 42 w 42"/>
                <a:gd name="T41" fmla="*/ 126 h 126"/>
                <a:gd name="T42" fmla="*/ 31 w 42"/>
                <a:gd name="T43" fmla="*/ 11 h 126"/>
                <a:gd name="T44" fmla="*/ 28 w 42"/>
                <a:gd name="T45" fmla="*/ 19 h 126"/>
                <a:gd name="T46" fmla="*/ 20 w 42"/>
                <a:gd name="T47" fmla="*/ 23 h 126"/>
                <a:gd name="T48" fmla="*/ 13 w 42"/>
                <a:gd name="T49" fmla="*/ 19 h 126"/>
                <a:gd name="T50" fmla="*/ 10 w 42"/>
                <a:gd name="T51" fmla="*/ 12 h 126"/>
                <a:gd name="T52" fmla="*/ 13 w 42"/>
                <a:gd name="T53" fmla="*/ 4 h 126"/>
                <a:gd name="T54" fmla="*/ 20 w 42"/>
                <a:gd name="T55" fmla="*/ 0 h 126"/>
                <a:gd name="T56" fmla="*/ 28 w 42"/>
                <a:gd name="T57" fmla="*/ 3 h 126"/>
                <a:gd name="T58" fmla="*/ 31 w 42"/>
                <a:gd name="T59" fmla="*/ 1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2" h="126">
                  <a:moveTo>
                    <a:pt x="42" y="126"/>
                  </a:moveTo>
                  <a:cubicBezTo>
                    <a:pt x="2" y="126"/>
                    <a:pt x="2" y="126"/>
                    <a:pt x="2" y="126"/>
                  </a:cubicBezTo>
                  <a:cubicBezTo>
                    <a:pt x="2" y="121"/>
                    <a:pt x="2" y="121"/>
                    <a:pt x="2" y="121"/>
                  </a:cubicBezTo>
                  <a:cubicBezTo>
                    <a:pt x="3" y="121"/>
                    <a:pt x="5" y="120"/>
                    <a:pt x="6" y="120"/>
                  </a:cubicBezTo>
                  <a:cubicBezTo>
                    <a:pt x="7" y="120"/>
                    <a:pt x="9" y="120"/>
                    <a:pt x="10" y="120"/>
                  </a:cubicBezTo>
                  <a:cubicBezTo>
                    <a:pt x="11" y="119"/>
                    <a:pt x="12" y="118"/>
                    <a:pt x="13" y="117"/>
                  </a:cubicBezTo>
                  <a:cubicBezTo>
                    <a:pt x="14" y="116"/>
                    <a:pt x="14" y="114"/>
                    <a:pt x="14" y="112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4" y="60"/>
                    <a:pt x="14" y="58"/>
                    <a:pt x="13" y="57"/>
                  </a:cubicBezTo>
                  <a:cubicBezTo>
                    <a:pt x="12" y="55"/>
                    <a:pt x="11" y="54"/>
                    <a:pt x="10" y="53"/>
                  </a:cubicBezTo>
                  <a:cubicBezTo>
                    <a:pt x="9" y="52"/>
                    <a:pt x="7" y="52"/>
                    <a:pt x="5" y="51"/>
                  </a:cubicBezTo>
                  <a:cubicBezTo>
                    <a:pt x="3" y="51"/>
                    <a:pt x="1" y="51"/>
                    <a:pt x="0" y="5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30" y="113"/>
                    <a:pt x="30" y="115"/>
                    <a:pt x="31" y="116"/>
                  </a:cubicBezTo>
                  <a:cubicBezTo>
                    <a:pt x="31" y="117"/>
                    <a:pt x="33" y="118"/>
                    <a:pt x="34" y="119"/>
                  </a:cubicBezTo>
                  <a:cubicBezTo>
                    <a:pt x="35" y="119"/>
                    <a:pt x="37" y="120"/>
                    <a:pt x="38" y="120"/>
                  </a:cubicBezTo>
                  <a:cubicBezTo>
                    <a:pt x="39" y="120"/>
                    <a:pt x="40" y="121"/>
                    <a:pt x="42" y="121"/>
                  </a:cubicBezTo>
                  <a:lnTo>
                    <a:pt x="42" y="126"/>
                  </a:lnTo>
                  <a:close/>
                  <a:moveTo>
                    <a:pt x="31" y="11"/>
                  </a:moveTo>
                  <a:cubicBezTo>
                    <a:pt x="31" y="14"/>
                    <a:pt x="30" y="17"/>
                    <a:pt x="28" y="19"/>
                  </a:cubicBezTo>
                  <a:cubicBezTo>
                    <a:pt x="26" y="21"/>
                    <a:pt x="24" y="23"/>
                    <a:pt x="20" y="23"/>
                  </a:cubicBezTo>
                  <a:cubicBezTo>
                    <a:pt x="18" y="23"/>
                    <a:pt x="15" y="21"/>
                    <a:pt x="13" y="19"/>
                  </a:cubicBezTo>
                  <a:cubicBezTo>
                    <a:pt x="11" y="17"/>
                    <a:pt x="10" y="14"/>
                    <a:pt x="10" y="12"/>
                  </a:cubicBezTo>
                  <a:cubicBezTo>
                    <a:pt x="10" y="8"/>
                    <a:pt x="11" y="6"/>
                    <a:pt x="13" y="4"/>
                  </a:cubicBezTo>
                  <a:cubicBezTo>
                    <a:pt x="15" y="1"/>
                    <a:pt x="18" y="0"/>
                    <a:pt x="20" y="0"/>
                  </a:cubicBezTo>
                  <a:cubicBezTo>
                    <a:pt x="24" y="0"/>
                    <a:pt x="26" y="1"/>
                    <a:pt x="28" y="3"/>
                  </a:cubicBezTo>
                  <a:cubicBezTo>
                    <a:pt x="30" y="5"/>
                    <a:pt x="31" y="8"/>
                    <a:pt x="3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20E9AB1A-64CA-40AA-BFFA-0EE0197B9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7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1 w 91"/>
                <a:gd name="T41" fmla="*/ 84 h 84"/>
                <a:gd name="T42" fmla="*/ 1 w 91"/>
                <a:gd name="T43" fmla="*/ 79 h 84"/>
                <a:gd name="T44" fmla="*/ 5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9 w 91"/>
                <a:gd name="T71" fmla="*/ 14 h 84"/>
                <a:gd name="T72" fmla="*/ 34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4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1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2" y="17"/>
                    <a:pt x="30" y="19"/>
                  </a:cubicBezTo>
                  <a:cubicBezTo>
                    <a:pt x="29" y="20"/>
                    <a:pt x="29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7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2" y="79"/>
                    <a:pt x="3" y="78"/>
                    <a:pt x="5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10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1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3"/>
                    <a:pt x="32" y="11"/>
                    <a:pt x="34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4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80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80829A9E-FE00-4247-A7E7-3076BCB331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6" y="2010"/>
              <a:ext cx="190" cy="288"/>
            </a:xfrm>
            <a:custGeom>
              <a:avLst/>
              <a:gdLst>
                <a:gd name="T0" fmla="*/ 78 w 80"/>
                <a:gd name="T1" fmla="*/ 83 h 121"/>
                <a:gd name="T2" fmla="*/ 77 w 80"/>
                <a:gd name="T3" fmla="*/ 104 h 121"/>
                <a:gd name="T4" fmla="*/ 56 w 80"/>
                <a:gd name="T5" fmla="*/ 119 h 121"/>
                <a:gd name="T6" fmla="*/ 9 w 80"/>
                <a:gd name="T7" fmla="*/ 116 h 121"/>
                <a:gd name="T8" fmla="*/ 7 w 80"/>
                <a:gd name="T9" fmla="*/ 86 h 121"/>
                <a:gd name="T10" fmla="*/ 24 w 80"/>
                <a:gd name="T11" fmla="*/ 80 h 121"/>
                <a:gd name="T12" fmla="*/ 14 w 80"/>
                <a:gd name="T13" fmla="*/ 75 h 121"/>
                <a:gd name="T14" fmla="*/ 9 w 80"/>
                <a:gd name="T15" fmla="*/ 65 h 121"/>
                <a:gd name="T16" fmla="*/ 22 w 80"/>
                <a:gd name="T17" fmla="*/ 51 h 121"/>
                <a:gd name="T18" fmla="*/ 9 w 80"/>
                <a:gd name="T19" fmla="*/ 40 h 121"/>
                <a:gd name="T20" fmla="*/ 13 w 80"/>
                <a:gd name="T21" fmla="*/ 7 h 121"/>
                <a:gd name="T22" fmla="*/ 43 w 80"/>
                <a:gd name="T23" fmla="*/ 1 h 121"/>
                <a:gd name="T24" fmla="*/ 79 w 80"/>
                <a:gd name="T25" fmla="*/ 2 h 121"/>
                <a:gd name="T26" fmla="*/ 60 w 80"/>
                <a:gd name="T27" fmla="*/ 10 h 121"/>
                <a:gd name="T28" fmla="*/ 65 w 80"/>
                <a:gd name="T29" fmla="*/ 19 h 121"/>
                <a:gd name="T30" fmla="*/ 57 w 80"/>
                <a:gd name="T31" fmla="*/ 46 h 121"/>
                <a:gd name="T32" fmla="*/ 27 w 80"/>
                <a:gd name="T33" fmla="*/ 53 h 121"/>
                <a:gd name="T34" fmla="*/ 21 w 80"/>
                <a:gd name="T35" fmla="*/ 60 h 121"/>
                <a:gd name="T36" fmla="*/ 27 w 80"/>
                <a:gd name="T37" fmla="*/ 67 h 121"/>
                <a:gd name="T38" fmla="*/ 39 w 80"/>
                <a:gd name="T39" fmla="*/ 68 h 121"/>
                <a:gd name="T40" fmla="*/ 58 w 80"/>
                <a:gd name="T41" fmla="*/ 69 h 121"/>
                <a:gd name="T42" fmla="*/ 73 w 80"/>
                <a:gd name="T43" fmla="*/ 76 h 121"/>
                <a:gd name="T44" fmla="*/ 64 w 80"/>
                <a:gd name="T45" fmla="*/ 88 h 121"/>
                <a:gd name="T46" fmla="*/ 48 w 80"/>
                <a:gd name="T47" fmla="*/ 83 h 121"/>
                <a:gd name="T48" fmla="*/ 18 w 80"/>
                <a:gd name="T49" fmla="*/ 89 h 121"/>
                <a:gd name="T50" fmla="*/ 16 w 80"/>
                <a:gd name="T51" fmla="*/ 105 h 121"/>
                <a:gd name="T52" fmla="*/ 28 w 80"/>
                <a:gd name="T53" fmla="*/ 113 h 121"/>
                <a:gd name="T54" fmla="*/ 59 w 80"/>
                <a:gd name="T55" fmla="*/ 110 h 121"/>
                <a:gd name="T56" fmla="*/ 50 w 80"/>
                <a:gd name="T57" fmla="*/ 27 h 121"/>
                <a:gd name="T58" fmla="*/ 35 w 80"/>
                <a:gd name="T59" fmla="*/ 6 h 121"/>
                <a:gd name="T60" fmla="*/ 24 w 80"/>
                <a:gd name="T61" fmla="*/ 12 h 121"/>
                <a:gd name="T62" fmla="*/ 21 w 80"/>
                <a:gd name="T63" fmla="*/ 26 h 121"/>
                <a:gd name="T64" fmla="*/ 35 w 80"/>
                <a:gd name="T65" fmla="*/ 47 h 121"/>
                <a:gd name="T66" fmla="*/ 50 w 80"/>
                <a:gd name="T67" fmla="*/ 2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121">
                  <a:moveTo>
                    <a:pt x="73" y="76"/>
                  </a:moveTo>
                  <a:cubicBezTo>
                    <a:pt x="75" y="78"/>
                    <a:pt x="77" y="80"/>
                    <a:pt x="78" y="83"/>
                  </a:cubicBezTo>
                  <a:cubicBezTo>
                    <a:pt x="79" y="85"/>
                    <a:pt x="80" y="89"/>
                    <a:pt x="80" y="93"/>
                  </a:cubicBezTo>
                  <a:cubicBezTo>
                    <a:pt x="80" y="97"/>
                    <a:pt x="79" y="100"/>
                    <a:pt x="77" y="104"/>
                  </a:cubicBezTo>
                  <a:cubicBezTo>
                    <a:pt x="76" y="107"/>
                    <a:pt x="73" y="110"/>
                    <a:pt x="69" y="113"/>
                  </a:cubicBezTo>
                  <a:cubicBezTo>
                    <a:pt x="66" y="115"/>
                    <a:pt x="61" y="117"/>
                    <a:pt x="56" y="119"/>
                  </a:cubicBezTo>
                  <a:cubicBezTo>
                    <a:pt x="51" y="120"/>
                    <a:pt x="45" y="121"/>
                    <a:pt x="37" y="121"/>
                  </a:cubicBezTo>
                  <a:cubicBezTo>
                    <a:pt x="25" y="121"/>
                    <a:pt x="15" y="119"/>
                    <a:pt x="9" y="116"/>
                  </a:cubicBezTo>
                  <a:cubicBezTo>
                    <a:pt x="3" y="112"/>
                    <a:pt x="0" y="107"/>
                    <a:pt x="0" y="100"/>
                  </a:cubicBezTo>
                  <a:cubicBezTo>
                    <a:pt x="0" y="94"/>
                    <a:pt x="2" y="90"/>
                    <a:pt x="7" y="86"/>
                  </a:cubicBezTo>
                  <a:cubicBezTo>
                    <a:pt x="11" y="83"/>
                    <a:pt x="17" y="81"/>
                    <a:pt x="24" y="81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2" y="79"/>
                    <a:pt x="20" y="79"/>
                    <a:pt x="18" y="78"/>
                  </a:cubicBezTo>
                  <a:cubicBezTo>
                    <a:pt x="17" y="77"/>
                    <a:pt x="15" y="76"/>
                    <a:pt x="14" y="75"/>
                  </a:cubicBezTo>
                  <a:cubicBezTo>
                    <a:pt x="12" y="74"/>
                    <a:pt x="11" y="73"/>
                    <a:pt x="10" y="71"/>
                  </a:cubicBezTo>
                  <a:cubicBezTo>
                    <a:pt x="9" y="70"/>
                    <a:pt x="9" y="68"/>
                    <a:pt x="9" y="65"/>
                  </a:cubicBezTo>
                  <a:cubicBezTo>
                    <a:pt x="9" y="62"/>
                    <a:pt x="10" y="60"/>
                    <a:pt x="12" y="57"/>
                  </a:cubicBezTo>
                  <a:cubicBezTo>
                    <a:pt x="14" y="55"/>
                    <a:pt x="17" y="53"/>
                    <a:pt x="22" y="51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6" y="47"/>
                    <a:pt x="12" y="44"/>
                    <a:pt x="9" y="40"/>
                  </a:cubicBezTo>
                  <a:cubicBezTo>
                    <a:pt x="6" y="36"/>
                    <a:pt x="5" y="32"/>
                    <a:pt x="5" y="26"/>
                  </a:cubicBezTo>
                  <a:cubicBezTo>
                    <a:pt x="5" y="19"/>
                    <a:pt x="8" y="12"/>
                    <a:pt x="13" y="7"/>
                  </a:cubicBezTo>
                  <a:cubicBezTo>
                    <a:pt x="19" y="2"/>
                    <a:pt x="27" y="0"/>
                    <a:pt x="36" y="0"/>
                  </a:cubicBezTo>
                  <a:cubicBezTo>
                    <a:pt x="38" y="0"/>
                    <a:pt x="41" y="0"/>
                    <a:pt x="43" y="1"/>
                  </a:cubicBezTo>
                  <a:cubicBezTo>
                    <a:pt x="46" y="1"/>
                    <a:pt x="48" y="2"/>
                    <a:pt x="51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2" y="13"/>
                    <a:pt x="64" y="16"/>
                    <a:pt x="65" y="19"/>
                  </a:cubicBezTo>
                  <a:cubicBezTo>
                    <a:pt x="66" y="22"/>
                    <a:pt x="66" y="25"/>
                    <a:pt x="66" y="27"/>
                  </a:cubicBezTo>
                  <a:cubicBezTo>
                    <a:pt x="66" y="35"/>
                    <a:pt x="63" y="41"/>
                    <a:pt x="57" y="46"/>
                  </a:cubicBezTo>
                  <a:cubicBezTo>
                    <a:pt x="51" y="51"/>
                    <a:pt x="45" y="53"/>
                    <a:pt x="37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5" y="54"/>
                    <a:pt x="24" y="54"/>
                    <a:pt x="23" y="56"/>
                  </a:cubicBezTo>
                  <a:cubicBezTo>
                    <a:pt x="21" y="57"/>
                    <a:pt x="21" y="58"/>
                    <a:pt x="21" y="60"/>
                  </a:cubicBezTo>
                  <a:cubicBezTo>
                    <a:pt x="21" y="62"/>
                    <a:pt x="21" y="64"/>
                    <a:pt x="22" y="65"/>
                  </a:cubicBezTo>
                  <a:cubicBezTo>
                    <a:pt x="24" y="66"/>
                    <a:pt x="25" y="67"/>
                    <a:pt x="27" y="67"/>
                  </a:cubicBezTo>
                  <a:cubicBezTo>
                    <a:pt x="28" y="68"/>
                    <a:pt x="30" y="68"/>
                    <a:pt x="32" y="68"/>
                  </a:cubicBezTo>
                  <a:cubicBezTo>
                    <a:pt x="34" y="68"/>
                    <a:pt x="37" y="68"/>
                    <a:pt x="39" y="68"/>
                  </a:cubicBezTo>
                  <a:cubicBezTo>
                    <a:pt x="41" y="68"/>
                    <a:pt x="45" y="68"/>
                    <a:pt x="49" y="69"/>
                  </a:cubicBezTo>
                  <a:cubicBezTo>
                    <a:pt x="53" y="69"/>
                    <a:pt x="56" y="69"/>
                    <a:pt x="58" y="69"/>
                  </a:cubicBezTo>
                  <a:cubicBezTo>
                    <a:pt x="60" y="69"/>
                    <a:pt x="63" y="70"/>
                    <a:pt x="66" y="71"/>
                  </a:cubicBezTo>
                  <a:cubicBezTo>
                    <a:pt x="68" y="72"/>
                    <a:pt x="71" y="74"/>
                    <a:pt x="73" y="76"/>
                  </a:cubicBezTo>
                  <a:close/>
                  <a:moveTo>
                    <a:pt x="66" y="96"/>
                  </a:moveTo>
                  <a:cubicBezTo>
                    <a:pt x="66" y="93"/>
                    <a:pt x="65" y="90"/>
                    <a:pt x="64" y="88"/>
                  </a:cubicBezTo>
                  <a:cubicBezTo>
                    <a:pt x="63" y="86"/>
                    <a:pt x="60" y="85"/>
                    <a:pt x="57" y="84"/>
                  </a:cubicBezTo>
                  <a:cubicBezTo>
                    <a:pt x="56" y="84"/>
                    <a:pt x="53" y="84"/>
                    <a:pt x="48" y="83"/>
                  </a:cubicBezTo>
                  <a:cubicBezTo>
                    <a:pt x="43" y="83"/>
                    <a:pt x="37" y="83"/>
                    <a:pt x="31" y="83"/>
                  </a:cubicBezTo>
                  <a:cubicBezTo>
                    <a:pt x="25" y="84"/>
                    <a:pt x="21" y="86"/>
                    <a:pt x="18" y="89"/>
                  </a:cubicBezTo>
                  <a:cubicBezTo>
                    <a:pt x="16" y="91"/>
                    <a:pt x="15" y="95"/>
                    <a:pt x="15" y="99"/>
                  </a:cubicBezTo>
                  <a:cubicBezTo>
                    <a:pt x="15" y="101"/>
                    <a:pt x="15" y="103"/>
                    <a:pt x="16" y="105"/>
                  </a:cubicBezTo>
                  <a:cubicBezTo>
                    <a:pt x="17" y="107"/>
                    <a:pt x="18" y="108"/>
                    <a:pt x="20" y="110"/>
                  </a:cubicBezTo>
                  <a:cubicBezTo>
                    <a:pt x="22" y="111"/>
                    <a:pt x="25" y="112"/>
                    <a:pt x="28" y="113"/>
                  </a:cubicBezTo>
                  <a:cubicBezTo>
                    <a:pt x="31" y="114"/>
                    <a:pt x="35" y="115"/>
                    <a:pt x="40" y="115"/>
                  </a:cubicBezTo>
                  <a:cubicBezTo>
                    <a:pt x="48" y="115"/>
                    <a:pt x="54" y="113"/>
                    <a:pt x="59" y="110"/>
                  </a:cubicBezTo>
                  <a:cubicBezTo>
                    <a:pt x="64" y="107"/>
                    <a:pt x="66" y="102"/>
                    <a:pt x="66" y="96"/>
                  </a:cubicBezTo>
                  <a:close/>
                  <a:moveTo>
                    <a:pt x="50" y="27"/>
                  </a:moveTo>
                  <a:cubicBezTo>
                    <a:pt x="50" y="20"/>
                    <a:pt x="49" y="15"/>
                    <a:pt x="46" y="11"/>
                  </a:cubicBezTo>
                  <a:cubicBezTo>
                    <a:pt x="44" y="8"/>
                    <a:pt x="40" y="6"/>
                    <a:pt x="35" y="6"/>
                  </a:cubicBezTo>
                  <a:cubicBezTo>
                    <a:pt x="33" y="6"/>
                    <a:pt x="30" y="6"/>
                    <a:pt x="28" y="7"/>
                  </a:cubicBezTo>
                  <a:cubicBezTo>
                    <a:pt x="27" y="8"/>
                    <a:pt x="25" y="10"/>
                    <a:pt x="24" y="12"/>
                  </a:cubicBezTo>
                  <a:cubicBezTo>
                    <a:pt x="23" y="14"/>
                    <a:pt x="22" y="16"/>
                    <a:pt x="22" y="19"/>
                  </a:cubicBezTo>
                  <a:cubicBezTo>
                    <a:pt x="21" y="21"/>
                    <a:pt x="21" y="24"/>
                    <a:pt x="21" y="26"/>
                  </a:cubicBezTo>
                  <a:cubicBezTo>
                    <a:pt x="21" y="33"/>
                    <a:pt x="22" y="38"/>
                    <a:pt x="25" y="42"/>
                  </a:cubicBezTo>
                  <a:cubicBezTo>
                    <a:pt x="28" y="45"/>
                    <a:pt x="31" y="47"/>
                    <a:pt x="35" y="47"/>
                  </a:cubicBezTo>
                  <a:cubicBezTo>
                    <a:pt x="40" y="47"/>
                    <a:pt x="44" y="45"/>
                    <a:pt x="46" y="42"/>
                  </a:cubicBezTo>
                  <a:cubicBezTo>
                    <a:pt x="49" y="38"/>
                    <a:pt x="50" y="33"/>
                    <a:pt x="5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E0EACCAF-D1E7-467A-9E72-9B1A533153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7" y="1929"/>
              <a:ext cx="227" cy="281"/>
            </a:xfrm>
            <a:custGeom>
              <a:avLst/>
              <a:gdLst>
                <a:gd name="T0" fmla="*/ 84 w 96"/>
                <a:gd name="T1" fmla="*/ 63 h 118"/>
                <a:gd name="T2" fmla="*/ 92 w 96"/>
                <a:gd name="T3" fmla="*/ 72 h 118"/>
                <a:gd name="T4" fmla="*/ 96 w 96"/>
                <a:gd name="T5" fmla="*/ 86 h 118"/>
                <a:gd name="T6" fmla="*/ 92 w 96"/>
                <a:gd name="T7" fmla="*/ 100 h 118"/>
                <a:gd name="T8" fmla="*/ 83 w 96"/>
                <a:gd name="T9" fmla="*/ 110 h 118"/>
                <a:gd name="T10" fmla="*/ 70 w 96"/>
                <a:gd name="T11" fmla="*/ 116 h 118"/>
                <a:gd name="T12" fmla="*/ 56 w 96"/>
                <a:gd name="T13" fmla="*/ 118 h 118"/>
                <a:gd name="T14" fmla="*/ 0 w 96"/>
                <a:gd name="T15" fmla="*/ 118 h 118"/>
                <a:gd name="T16" fmla="*/ 0 w 96"/>
                <a:gd name="T17" fmla="*/ 112 h 118"/>
                <a:gd name="T18" fmla="*/ 6 w 96"/>
                <a:gd name="T19" fmla="*/ 112 h 118"/>
                <a:gd name="T20" fmla="*/ 11 w 96"/>
                <a:gd name="T21" fmla="*/ 110 h 118"/>
                <a:gd name="T22" fmla="*/ 15 w 96"/>
                <a:gd name="T23" fmla="*/ 107 h 118"/>
                <a:gd name="T24" fmla="*/ 16 w 96"/>
                <a:gd name="T25" fmla="*/ 102 h 118"/>
                <a:gd name="T26" fmla="*/ 16 w 96"/>
                <a:gd name="T27" fmla="*/ 17 h 118"/>
                <a:gd name="T28" fmla="*/ 15 w 96"/>
                <a:gd name="T29" fmla="*/ 12 h 118"/>
                <a:gd name="T30" fmla="*/ 11 w 96"/>
                <a:gd name="T31" fmla="*/ 9 h 118"/>
                <a:gd name="T32" fmla="*/ 6 w 96"/>
                <a:gd name="T33" fmla="*/ 7 h 118"/>
                <a:gd name="T34" fmla="*/ 0 w 96"/>
                <a:gd name="T35" fmla="*/ 6 h 118"/>
                <a:gd name="T36" fmla="*/ 0 w 96"/>
                <a:gd name="T37" fmla="*/ 0 h 118"/>
                <a:gd name="T38" fmla="*/ 55 w 96"/>
                <a:gd name="T39" fmla="*/ 0 h 118"/>
                <a:gd name="T40" fmla="*/ 67 w 96"/>
                <a:gd name="T41" fmla="*/ 1 h 118"/>
                <a:gd name="T42" fmla="*/ 78 w 96"/>
                <a:gd name="T43" fmla="*/ 6 h 118"/>
                <a:gd name="T44" fmla="*/ 86 w 96"/>
                <a:gd name="T45" fmla="*/ 14 h 118"/>
                <a:gd name="T46" fmla="*/ 89 w 96"/>
                <a:gd name="T47" fmla="*/ 26 h 118"/>
                <a:gd name="T48" fmla="*/ 87 w 96"/>
                <a:gd name="T49" fmla="*/ 37 h 118"/>
                <a:gd name="T50" fmla="*/ 81 w 96"/>
                <a:gd name="T51" fmla="*/ 45 h 118"/>
                <a:gd name="T52" fmla="*/ 72 w 96"/>
                <a:gd name="T53" fmla="*/ 51 h 118"/>
                <a:gd name="T54" fmla="*/ 61 w 96"/>
                <a:gd name="T55" fmla="*/ 54 h 118"/>
                <a:gd name="T56" fmla="*/ 61 w 96"/>
                <a:gd name="T57" fmla="*/ 55 h 118"/>
                <a:gd name="T58" fmla="*/ 73 w 96"/>
                <a:gd name="T59" fmla="*/ 58 h 118"/>
                <a:gd name="T60" fmla="*/ 84 w 96"/>
                <a:gd name="T61" fmla="*/ 63 h 118"/>
                <a:gd name="T62" fmla="*/ 64 w 96"/>
                <a:gd name="T63" fmla="*/ 45 h 118"/>
                <a:gd name="T64" fmla="*/ 68 w 96"/>
                <a:gd name="T65" fmla="*/ 38 h 118"/>
                <a:gd name="T66" fmla="*/ 69 w 96"/>
                <a:gd name="T67" fmla="*/ 27 h 118"/>
                <a:gd name="T68" fmla="*/ 64 w 96"/>
                <a:gd name="T69" fmla="*/ 12 h 118"/>
                <a:gd name="T70" fmla="*/ 47 w 96"/>
                <a:gd name="T71" fmla="*/ 7 h 118"/>
                <a:gd name="T72" fmla="*/ 40 w 96"/>
                <a:gd name="T73" fmla="*/ 7 h 118"/>
                <a:gd name="T74" fmla="*/ 34 w 96"/>
                <a:gd name="T75" fmla="*/ 7 h 118"/>
                <a:gd name="T76" fmla="*/ 34 w 96"/>
                <a:gd name="T77" fmla="*/ 52 h 118"/>
                <a:gd name="T78" fmla="*/ 44 w 96"/>
                <a:gd name="T79" fmla="*/ 52 h 118"/>
                <a:gd name="T80" fmla="*/ 56 w 96"/>
                <a:gd name="T81" fmla="*/ 51 h 118"/>
                <a:gd name="T82" fmla="*/ 64 w 96"/>
                <a:gd name="T83" fmla="*/ 45 h 118"/>
                <a:gd name="T84" fmla="*/ 75 w 96"/>
                <a:gd name="T85" fmla="*/ 83 h 118"/>
                <a:gd name="T86" fmla="*/ 68 w 96"/>
                <a:gd name="T87" fmla="*/ 66 h 118"/>
                <a:gd name="T88" fmla="*/ 48 w 96"/>
                <a:gd name="T89" fmla="*/ 59 h 118"/>
                <a:gd name="T90" fmla="*/ 39 w 96"/>
                <a:gd name="T91" fmla="*/ 59 h 118"/>
                <a:gd name="T92" fmla="*/ 34 w 96"/>
                <a:gd name="T93" fmla="*/ 59 h 118"/>
                <a:gd name="T94" fmla="*/ 34 w 96"/>
                <a:gd name="T95" fmla="*/ 101 h 118"/>
                <a:gd name="T96" fmla="*/ 38 w 96"/>
                <a:gd name="T97" fmla="*/ 109 h 118"/>
                <a:gd name="T98" fmla="*/ 50 w 96"/>
                <a:gd name="T99" fmla="*/ 112 h 118"/>
                <a:gd name="T100" fmla="*/ 69 w 96"/>
                <a:gd name="T101" fmla="*/ 104 h 118"/>
                <a:gd name="T102" fmla="*/ 75 w 96"/>
                <a:gd name="T103" fmla="*/ 8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6" h="118">
                  <a:moveTo>
                    <a:pt x="84" y="63"/>
                  </a:moveTo>
                  <a:cubicBezTo>
                    <a:pt x="87" y="65"/>
                    <a:pt x="90" y="69"/>
                    <a:pt x="92" y="72"/>
                  </a:cubicBezTo>
                  <a:cubicBezTo>
                    <a:pt x="95" y="76"/>
                    <a:pt x="96" y="81"/>
                    <a:pt x="96" y="86"/>
                  </a:cubicBezTo>
                  <a:cubicBezTo>
                    <a:pt x="96" y="92"/>
                    <a:pt x="95" y="96"/>
                    <a:pt x="92" y="100"/>
                  </a:cubicBezTo>
                  <a:cubicBezTo>
                    <a:pt x="90" y="104"/>
                    <a:pt x="87" y="108"/>
                    <a:pt x="83" y="110"/>
                  </a:cubicBezTo>
                  <a:cubicBezTo>
                    <a:pt x="79" y="113"/>
                    <a:pt x="75" y="115"/>
                    <a:pt x="70" y="116"/>
                  </a:cubicBezTo>
                  <a:cubicBezTo>
                    <a:pt x="66" y="117"/>
                    <a:pt x="61" y="118"/>
                    <a:pt x="56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" y="112"/>
                    <a:pt x="3" y="112"/>
                    <a:pt x="6" y="112"/>
                  </a:cubicBezTo>
                  <a:cubicBezTo>
                    <a:pt x="8" y="111"/>
                    <a:pt x="10" y="111"/>
                    <a:pt x="11" y="110"/>
                  </a:cubicBezTo>
                  <a:cubicBezTo>
                    <a:pt x="13" y="109"/>
                    <a:pt x="14" y="108"/>
                    <a:pt x="15" y="107"/>
                  </a:cubicBezTo>
                  <a:cubicBezTo>
                    <a:pt x="16" y="106"/>
                    <a:pt x="16" y="104"/>
                    <a:pt x="16" y="10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5"/>
                    <a:pt x="16" y="14"/>
                    <a:pt x="15" y="12"/>
                  </a:cubicBezTo>
                  <a:cubicBezTo>
                    <a:pt x="14" y="11"/>
                    <a:pt x="13" y="10"/>
                    <a:pt x="11" y="9"/>
                  </a:cubicBezTo>
                  <a:cubicBezTo>
                    <a:pt x="9" y="8"/>
                    <a:pt x="8" y="7"/>
                    <a:pt x="6" y="7"/>
                  </a:cubicBezTo>
                  <a:cubicBezTo>
                    <a:pt x="4" y="6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9" y="0"/>
                    <a:pt x="63" y="1"/>
                    <a:pt x="67" y="1"/>
                  </a:cubicBezTo>
                  <a:cubicBezTo>
                    <a:pt x="71" y="2"/>
                    <a:pt x="75" y="4"/>
                    <a:pt x="78" y="6"/>
                  </a:cubicBezTo>
                  <a:cubicBezTo>
                    <a:pt x="81" y="8"/>
                    <a:pt x="84" y="10"/>
                    <a:pt x="86" y="14"/>
                  </a:cubicBezTo>
                  <a:cubicBezTo>
                    <a:pt x="88" y="17"/>
                    <a:pt x="89" y="21"/>
                    <a:pt x="89" y="26"/>
                  </a:cubicBezTo>
                  <a:cubicBezTo>
                    <a:pt x="89" y="30"/>
                    <a:pt x="89" y="34"/>
                    <a:pt x="87" y="37"/>
                  </a:cubicBezTo>
                  <a:cubicBezTo>
                    <a:pt x="86" y="40"/>
                    <a:pt x="83" y="43"/>
                    <a:pt x="81" y="45"/>
                  </a:cubicBezTo>
                  <a:cubicBezTo>
                    <a:pt x="78" y="47"/>
                    <a:pt x="75" y="49"/>
                    <a:pt x="72" y="51"/>
                  </a:cubicBezTo>
                  <a:cubicBezTo>
                    <a:pt x="69" y="52"/>
                    <a:pt x="65" y="54"/>
                    <a:pt x="61" y="54"/>
                  </a:cubicBezTo>
                  <a:cubicBezTo>
                    <a:pt x="61" y="55"/>
                    <a:pt x="61" y="55"/>
                    <a:pt x="61" y="55"/>
                  </a:cubicBezTo>
                  <a:cubicBezTo>
                    <a:pt x="65" y="56"/>
                    <a:pt x="68" y="56"/>
                    <a:pt x="73" y="58"/>
                  </a:cubicBezTo>
                  <a:cubicBezTo>
                    <a:pt x="77" y="59"/>
                    <a:pt x="80" y="61"/>
                    <a:pt x="84" y="63"/>
                  </a:cubicBezTo>
                  <a:close/>
                  <a:moveTo>
                    <a:pt x="64" y="45"/>
                  </a:moveTo>
                  <a:cubicBezTo>
                    <a:pt x="66" y="43"/>
                    <a:pt x="67" y="40"/>
                    <a:pt x="68" y="38"/>
                  </a:cubicBezTo>
                  <a:cubicBezTo>
                    <a:pt x="69" y="35"/>
                    <a:pt x="69" y="31"/>
                    <a:pt x="69" y="27"/>
                  </a:cubicBezTo>
                  <a:cubicBezTo>
                    <a:pt x="69" y="21"/>
                    <a:pt x="67" y="16"/>
                    <a:pt x="64" y="12"/>
                  </a:cubicBezTo>
                  <a:cubicBezTo>
                    <a:pt x="60" y="8"/>
                    <a:pt x="55" y="7"/>
                    <a:pt x="47" y="7"/>
                  </a:cubicBezTo>
                  <a:cubicBezTo>
                    <a:pt x="45" y="7"/>
                    <a:pt x="43" y="7"/>
                    <a:pt x="40" y="7"/>
                  </a:cubicBezTo>
                  <a:cubicBezTo>
                    <a:pt x="38" y="7"/>
                    <a:pt x="35" y="7"/>
                    <a:pt x="34" y="7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9" y="52"/>
                    <a:pt x="53" y="52"/>
                    <a:pt x="56" y="51"/>
                  </a:cubicBezTo>
                  <a:cubicBezTo>
                    <a:pt x="59" y="49"/>
                    <a:pt x="62" y="48"/>
                    <a:pt x="64" y="45"/>
                  </a:cubicBezTo>
                  <a:close/>
                  <a:moveTo>
                    <a:pt x="75" y="83"/>
                  </a:moveTo>
                  <a:cubicBezTo>
                    <a:pt x="75" y="76"/>
                    <a:pt x="73" y="70"/>
                    <a:pt x="68" y="66"/>
                  </a:cubicBezTo>
                  <a:cubicBezTo>
                    <a:pt x="63" y="61"/>
                    <a:pt x="57" y="59"/>
                    <a:pt x="48" y="59"/>
                  </a:cubicBezTo>
                  <a:cubicBezTo>
                    <a:pt x="45" y="59"/>
                    <a:pt x="42" y="59"/>
                    <a:pt x="39" y="59"/>
                  </a:cubicBezTo>
                  <a:cubicBezTo>
                    <a:pt x="37" y="59"/>
                    <a:pt x="35" y="59"/>
                    <a:pt x="34" y="59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4" y="104"/>
                    <a:pt x="35" y="107"/>
                    <a:pt x="38" y="109"/>
                  </a:cubicBezTo>
                  <a:cubicBezTo>
                    <a:pt x="41" y="111"/>
                    <a:pt x="45" y="112"/>
                    <a:pt x="50" y="112"/>
                  </a:cubicBezTo>
                  <a:cubicBezTo>
                    <a:pt x="58" y="112"/>
                    <a:pt x="64" y="109"/>
                    <a:pt x="69" y="104"/>
                  </a:cubicBezTo>
                  <a:cubicBezTo>
                    <a:pt x="73" y="99"/>
                    <a:pt x="75" y="92"/>
                    <a:pt x="75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53D25CB7-9CB2-4CC3-AAC5-5617978008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1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40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3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4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2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2 w 73"/>
                <a:gd name="T53" fmla="*/ 15 h 86"/>
                <a:gd name="T54" fmla="*/ 46 w 73"/>
                <a:gd name="T55" fmla="*/ 9 h 86"/>
                <a:gd name="T56" fmla="*/ 38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70" y="71"/>
                    <a:pt x="65" y="77"/>
                    <a:pt x="59" y="80"/>
                  </a:cubicBezTo>
                  <a:cubicBezTo>
                    <a:pt x="54" y="84"/>
                    <a:pt x="47" y="86"/>
                    <a:pt x="40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7" y="69"/>
                    <a:pt x="4" y="65"/>
                    <a:pt x="3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5" y="22"/>
                    <a:pt x="7" y="17"/>
                    <a:pt x="10" y="13"/>
                  </a:cubicBezTo>
                  <a:cubicBezTo>
                    <a:pt x="14" y="9"/>
                    <a:pt x="17" y="6"/>
                    <a:pt x="22" y="3"/>
                  </a:cubicBezTo>
                  <a:cubicBezTo>
                    <a:pt x="27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4"/>
                    <a:pt x="61" y="7"/>
                    <a:pt x="64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1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2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1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5" y="27"/>
                    <a:pt x="54" y="24"/>
                  </a:cubicBezTo>
                  <a:cubicBezTo>
                    <a:pt x="54" y="20"/>
                    <a:pt x="53" y="17"/>
                    <a:pt x="52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8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A754F877-121F-4829-A783-3A5E4A8E2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014"/>
              <a:ext cx="209" cy="284"/>
            </a:xfrm>
            <a:custGeom>
              <a:avLst/>
              <a:gdLst>
                <a:gd name="T0" fmla="*/ 1 w 88"/>
                <a:gd name="T1" fmla="*/ 109 h 119"/>
                <a:gd name="T2" fmla="*/ 3 w 88"/>
                <a:gd name="T3" fmla="*/ 102 h 119"/>
                <a:gd name="T4" fmla="*/ 9 w 88"/>
                <a:gd name="T5" fmla="*/ 100 h 119"/>
                <a:gd name="T6" fmla="*/ 14 w 88"/>
                <a:gd name="T7" fmla="*/ 101 h 119"/>
                <a:gd name="T8" fmla="*/ 17 w 88"/>
                <a:gd name="T9" fmla="*/ 103 h 119"/>
                <a:gd name="T10" fmla="*/ 20 w 88"/>
                <a:gd name="T11" fmla="*/ 106 h 119"/>
                <a:gd name="T12" fmla="*/ 22 w 88"/>
                <a:gd name="T13" fmla="*/ 110 h 119"/>
                <a:gd name="T14" fmla="*/ 32 w 88"/>
                <a:gd name="T15" fmla="*/ 98 h 119"/>
                <a:gd name="T16" fmla="*/ 40 w 88"/>
                <a:gd name="T17" fmla="*/ 82 h 119"/>
                <a:gd name="T18" fmla="*/ 26 w 88"/>
                <a:gd name="T19" fmla="*/ 46 h 119"/>
                <a:gd name="T20" fmla="*/ 13 w 88"/>
                <a:gd name="T21" fmla="*/ 14 h 119"/>
                <a:gd name="T22" fmla="*/ 7 w 88"/>
                <a:gd name="T23" fmla="*/ 8 h 119"/>
                <a:gd name="T24" fmla="*/ 0 w 88"/>
                <a:gd name="T25" fmla="*/ 6 h 119"/>
                <a:gd name="T26" fmla="*/ 0 w 88"/>
                <a:gd name="T27" fmla="*/ 0 h 119"/>
                <a:gd name="T28" fmla="*/ 37 w 88"/>
                <a:gd name="T29" fmla="*/ 0 h 119"/>
                <a:gd name="T30" fmla="*/ 37 w 88"/>
                <a:gd name="T31" fmla="*/ 6 h 119"/>
                <a:gd name="T32" fmla="*/ 31 w 88"/>
                <a:gd name="T33" fmla="*/ 7 h 119"/>
                <a:gd name="T34" fmla="*/ 28 w 88"/>
                <a:gd name="T35" fmla="*/ 9 h 119"/>
                <a:gd name="T36" fmla="*/ 28 w 88"/>
                <a:gd name="T37" fmla="*/ 11 h 119"/>
                <a:gd name="T38" fmla="*/ 29 w 88"/>
                <a:gd name="T39" fmla="*/ 13 h 119"/>
                <a:gd name="T40" fmla="*/ 39 w 88"/>
                <a:gd name="T41" fmla="*/ 37 h 119"/>
                <a:gd name="T42" fmla="*/ 49 w 88"/>
                <a:gd name="T43" fmla="*/ 62 h 119"/>
                <a:gd name="T44" fmla="*/ 56 w 88"/>
                <a:gd name="T45" fmla="*/ 43 h 119"/>
                <a:gd name="T46" fmla="*/ 66 w 88"/>
                <a:gd name="T47" fmla="*/ 21 h 119"/>
                <a:gd name="T48" fmla="*/ 67 w 88"/>
                <a:gd name="T49" fmla="*/ 17 h 119"/>
                <a:gd name="T50" fmla="*/ 68 w 88"/>
                <a:gd name="T51" fmla="*/ 12 h 119"/>
                <a:gd name="T52" fmla="*/ 64 w 88"/>
                <a:gd name="T53" fmla="*/ 8 h 119"/>
                <a:gd name="T54" fmla="*/ 57 w 88"/>
                <a:gd name="T55" fmla="*/ 5 h 119"/>
                <a:gd name="T56" fmla="*/ 57 w 88"/>
                <a:gd name="T57" fmla="*/ 0 h 119"/>
                <a:gd name="T58" fmla="*/ 88 w 88"/>
                <a:gd name="T59" fmla="*/ 0 h 119"/>
                <a:gd name="T60" fmla="*/ 88 w 88"/>
                <a:gd name="T61" fmla="*/ 5 h 119"/>
                <a:gd name="T62" fmla="*/ 81 w 88"/>
                <a:gd name="T63" fmla="*/ 8 h 119"/>
                <a:gd name="T64" fmla="*/ 75 w 88"/>
                <a:gd name="T65" fmla="*/ 15 h 119"/>
                <a:gd name="T66" fmla="*/ 57 w 88"/>
                <a:gd name="T67" fmla="*/ 57 h 119"/>
                <a:gd name="T68" fmla="*/ 46 w 88"/>
                <a:gd name="T69" fmla="*/ 85 h 119"/>
                <a:gd name="T70" fmla="*/ 36 w 88"/>
                <a:gd name="T71" fmla="*/ 103 h 119"/>
                <a:gd name="T72" fmla="*/ 28 w 88"/>
                <a:gd name="T73" fmla="*/ 113 h 119"/>
                <a:gd name="T74" fmla="*/ 21 w 88"/>
                <a:gd name="T75" fmla="*/ 118 h 119"/>
                <a:gd name="T76" fmla="*/ 15 w 88"/>
                <a:gd name="T77" fmla="*/ 119 h 119"/>
                <a:gd name="T78" fmla="*/ 5 w 88"/>
                <a:gd name="T79" fmla="*/ 116 h 119"/>
                <a:gd name="T80" fmla="*/ 1 w 88"/>
                <a:gd name="T81" fmla="*/ 10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8" h="119">
                  <a:moveTo>
                    <a:pt x="1" y="109"/>
                  </a:moveTo>
                  <a:cubicBezTo>
                    <a:pt x="1" y="106"/>
                    <a:pt x="2" y="104"/>
                    <a:pt x="3" y="102"/>
                  </a:cubicBezTo>
                  <a:cubicBezTo>
                    <a:pt x="5" y="100"/>
                    <a:pt x="7" y="100"/>
                    <a:pt x="9" y="100"/>
                  </a:cubicBezTo>
                  <a:cubicBezTo>
                    <a:pt x="11" y="100"/>
                    <a:pt x="12" y="100"/>
                    <a:pt x="14" y="101"/>
                  </a:cubicBezTo>
                  <a:cubicBezTo>
                    <a:pt x="15" y="101"/>
                    <a:pt x="16" y="102"/>
                    <a:pt x="17" y="103"/>
                  </a:cubicBezTo>
                  <a:cubicBezTo>
                    <a:pt x="18" y="104"/>
                    <a:pt x="19" y="105"/>
                    <a:pt x="20" y="106"/>
                  </a:cubicBezTo>
                  <a:cubicBezTo>
                    <a:pt x="21" y="108"/>
                    <a:pt x="21" y="109"/>
                    <a:pt x="22" y="110"/>
                  </a:cubicBezTo>
                  <a:cubicBezTo>
                    <a:pt x="25" y="109"/>
                    <a:pt x="28" y="105"/>
                    <a:pt x="32" y="98"/>
                  </a:cubicBezTo>
                  <a:cubicBezTo>
                    <a:pt x="36" y="92"/>
                    <a:pt x="39" y="86"/>
                    <a:pt x="40" y="82"/>
                  </a:cubicBezTo>
                  <a:cubicBezTo>
                    <a:pt x="35" y="69"/>
                    <a:pt x="30" y="57"/>
                    <a:pt x="26" y="46"/>
                  </a:cubicBezTo>
                  <a:cubicBezTo>
                    <a:pt x="22" y="36"/>
                    <a:pt x="17" y="25"/>
                    <a:pt x="13" y="14"/>
                  </a:cubicBezTo>
                  <a:cubicBezTo>
                    <a:pt x="12" y="12"/>
                    <a:pt x="10" y="10"/>
                    <a:pt x="7" y="8"/>
                  </a:cubicBezTo>
                  <a:cubicBezTo>
                    <a:pt x="5" y="7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6"/>
                    <a:pt x="34" y="6"/>
                    <a:pt x="31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10"/>
                    <a:pt x="28" y="10"/>
                    <a:pt x="28" y="11"/>
                  </a:cubicBezTo>
                  <a:cubicBezTo>
                    <a:pt x="28" y="12"/>
                    <a:pt x="29" y="12"/>
                    <a:pt x="29" y="13"/>
                  </a:cubicBezTo>
                  <a:cubicBezTo>
                    <a:pt x="31" y="19"/>
                    <a:pt x="34" y="27"/>
                    <a:pt x="39" y="37"/>
                  </a:cubicBezTo>
                  <a:cubicBezTo>
                    <a:pt x="43" y="47"/>
                    <a:pt x="46" y="56"/>
                    <a:pt x="49" y="62"/>
                  </a:cubicBezTo>
                  <a:cubicBezTo>
                    <a:pt x="51" y="56"/>
                    <a:pt x="54" y="50"/>
                    <a:pt x="56" y="43"/>
                  </a:cubicBezTo>
                  <a:cubicBezTo>
                    <a:pt x="59" y="37"/>
                    <a:pt x="62" y="30"/>
                    <a:pt x="66" y="21"/>
                  </a:cubicBezTo>
                  <a:cubicBezTo>
                    <a:pt x="66" y="20"/>
                    <a:pt x="66" y="18"/>
                    <a:pt x="67" y="17"/>
                  </a:cubicBezTo>
                  <a:cubicBezTo>
                    <a:pt x="68" y="15"/>
                    <a:pt x="68" y="13"/>
                    <a:pt x="68" y="12"/>
                  </a:cubicBezTo>
                  <a:cubicBezTo>
                    <a:pt x="68" y="10"/>
                    <a:pt x="67" y="9"/>
                    <a:pt x="64" y="8"/>
                  </a:cubicBezTo>
                  <a:cubicBezTo>
                    <a:pt x="62" y="6"/>
                    <a:pt x="60" y="6"/>
                    <a:pt x="57" y="5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6" y="6"/>
                    <a:pt x="84" y="7"/>
                    <a:pt x="81" y="8"/>
                  </a:cubicBezTo>
                  <a:cubicBezTo>
                    <a:pt x="78" y="10"/>
                    <a:pt x="76" y="12"/>
                    <a:pt x="75" y="15"/>
                  </a:cubicBezTo>
                  <a:cubicBezTo>
                    <a:pt x="68" y="30"/>
                    <a:pt x="63" y="44"/>
                    <a:pt x="57" y="57"/>
                  </a:cubicBezTo>
                  <a:cubicBezTo>
                    <a:pt x="52" y="70"/>
                    <a:pt x="48" y="79"/>
                    <a:pt x="46" y="85"/>
                  </a:cubicBezTo>
                  <a:cubicBezTo>
                    <a:pt x="42" y="92"/>
                    <a:pt x="39" y="99"/>
                    <a:pt x="36" y="103"/>
                  </a:cubicBezTo>
                  <a:cubicBezTo>
                    <a:pt x="34" y="107"/>
                    <a:pt x="31" y="111"/>
                    <a:pt x="28" y="113"/>
                  </a:cubicBezTo>
                  <a:cubicBezTo>
                    <a:pt x="26" y="115"/>
                    <a:pt x="24" y="117"/>
                    <a:pt x="21" y="118"/>
                  </a:cubicBezTo>
                  <a:cubicBezTo>
                    <a:pt x="19" y="119"/>
                    <a:pt x="17" y="119"/>
                    <a:pt x="15" y="119"/>
                  </a:cubicBezTo>
                  <a:cubicBezTo>
                    <a:pt x="11" y="119"/>
                    <a:pt x="7" y="118"/>
                    <a:pt x="5" y="116"/>
                  </a:cubicBezTo>
                  <a:cubicBezTo>
                    <a:pt x="2" y="114"/>
                    <a:pt x="1" y="112"/>
                    <a:pt x="1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0F324D91-198E-4C0E-A644-10CBFC345B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2010"/>
              <a:ext cx="190" cy="207"/>
            </a:xfrm>
            <a:custGeom>
              <a:avLst/>
              <a:gdLst>
                <a:gd name="T0" fmla="*/ 80 w 80"/>
                <a:gd name="T1" fmla="*/ 42 h 87"/>
                <a:gd name="T2" fmla="*/ 78 w 80"/>
                <a:gd name="T3" fmla="*/ 59 h 87"/>
                <a:gd name="T4" fmla="*/ 70 w 80"/>
                <a:gd name="T5" fmla="*/ 73 h 87"/>
                <a:gd name="T6" fmla="*/ 57 w 80"/>
                <a:gd name="T7" fmla="*/ 83 h 87"/>
                <a:gd name="T8" fmla="*/ 40 w 80"/>
                <a:gd name="T9" fmla="*/ 87 h 87"/>
                <a:gd name="T10" fmla="*/ 25 w 80"/>
                <a:gd name="T11" fmla="*/ 84 h 87"/>
                <a:gd name="T12" fmla="*/ 12 w 80"/>
                <a:gd name="T13" fmla="*/ 75 h 87"/>
                <a:gd name="T14" fmla="*/ 3 w 80"/>
                <a:gd name="T15" fmla="*/ 61 h 87"/>
                <a:gd name="T16" fmla="*/ 0 w 80"/>
                <a:gd name="T17" fmla="*/ 43 h 87"/>
                <a:gd name="T18" fmla="*/ 11 w 80"/>
                <a:gd name="T19" fmla="*/ 12 h 87"/>
                <a:gd name="T20" fmla="*/ 41 w 80"/>
                <a:gd name="T21" fmla="*/ 0 h 87"/>
                <a:gd name="T22" fmla="*/ 69 w 80"/>
                <a:gd name="T23" fmla="*/ 11 h 87"/>
                <a:gd name="T24" fmla="*/ 80 w 80"/>
                <a:gd name="T25" fmla="*/ 42 h 87"/>
                <a:gd name="T26" fmla="*/ 63 w 80"/>
                <a:gd name="T27" fmla="*/ 42 h 87"/>
                <a:gd name="T28" fmla="*/ 62 w 80"/>
                <a:gd name="T29" fmla="*/ 29 h 87"/>
                <a:gd name="T30" fmla="*/ 58 w 80"/>
                <a:gd name="T31" fmla="*/ 18 h 87"/>
                <a:gd name="T32" fmla="*/ 51 w 80"/>
                <a:gd name="T33" fmla="*/ 9 h 87"/>
                <a:gd name="T34" fmla="*/ 41 w 80"/>
                <a:gd name="T35" fmla="*/ 6 h 87"/>
                <a:gd name="T36" fmla="*/ 30 w 80"/>
                <a:gd name="T37" fmla="*/ 9 h 87"/>
                <a:gd name="T38" fmla="*/ 22 w 80"/>
                <a:gd name="T39" fmla="*/ 18 h 87"/>
                <a:gd name="T40" fmla="*/ 19 w 80"/>
                <a:gd name="T41" fmla="*/ 29 h 87"/>
                <a:gd name="T42" fmla="*/ 17 w 80"/>
                <a:gd name="T43" fmla="*/ 42 h 87"/>
                <a:gd name="T44" fmla="*/ 19 w 80"/>
                <a:gd name="T45" fmla="*/ 57 h 87"/>
                <a:gd name="T46" fmla="*/ 23 w 80"/>
                <a:gd name="T47" fmla="*/ 69 h 87"/>
                <a:gd name="T48" fmla="*/ 30 w 80"/>
                <a:gd name="T49" fmla="*/ 77 h 87"/>
                <a:gd name="T50" fmla="*/ 41 w 80"/>
                <a:gd name="T51" fmla="*/ 80 h 87"/>
                <a:gd name="T52" fmla="*/ 57 w 80"/>
                <a:gd name="T53" fmla="*/ 70 h 87"/>
                <a:gd name="T54" fmla="*/ 63 w 80"/>
                <a:gd name="T55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" h="87">
                  <a:moveTo>
                    <a:pt x="80" y="42"/>
                  </a:moveTo>
                  <a:cubicBezTo>
                    <a:pt x="80" y="48"/>
                    <a:pt x="80" y="54"/>
                    <a:pt x="78" y="59"/>
                  </a:cubicBezTo>
                  <a:cubicBezTo>
                    <a:pt x="76" y="65"/>
                    <a:pt x="73" y="70"/>
                    <a:pt x="70" y="73"/>
                  </a:cubicBezTo>
                  <a:cubicBezTo>
                    <a:pt x="66" y="78"/>
                    <a:pt x="62" y="81"/>
                    <a:pt x="57" y="83"/>
                  </a:cubicBezTo>
                  <a:cubicBezTo>
                    <a:pt x="52" y="86"/>
                    <a:pt x="46" y="87"/>
                    <a:pt x="40" y="87"/>
                  </a:cubicBezTo>
                  <a:cubicBezTo>
                    <a:pt x="34" y="87"/>
                    <a:pt x="29" y="86"/>
                    <a:pt x="25" y="84"/>
                  </a:cubicBezTo>
                  <a:cubicBezTo>
                    <a:pt x="20" y="82"/>
                    <a:pt x="16" y="79"/>
                    <a:pt x="12" y="75"/>
                  </a:cubicBezTo>
                  <a:cubicBezTo>
                    <a:pt x="8" y="71"/>
                    <a:pt x="6" y="67"/>
                    <a:pt x="3" y="61"/>
                  </a:cubicBezTo>
                  <a:cubicBezTo>
                    <a:pt x="1" y="56"/>
                    <a:pt x="0" y="50"/>
                    <a:pt x="0" y="43"/>
                  </a:cubicBezTo>
                  <a:cubicBezTo>
                    <a:pt x="0" y="31"/>
                    <a:pt x="4" y="20"/>
                    <a:pt x="11" y="12"/>
                  </a:cubicBezTo>
                  <a:cubicBezTo>
                    <a:pt x="19" y="4"/>
                    <a:pt x="29" y="0"/>
                    <a:pt x="41" y="0"/>
                  </a:cubicBezTo>
                  <a:cubicBezTo>
                    <a:pt x="52" y="0"/>
                    <a:pt x="62" y="4"/>
                    <a:pt x="69" y="11"/>
                  </a:cubicBezTo>
                  <a:cubicBezTo>
                    <a:pt x="77" y="19"/>
                    <a:pt x="80" y="29"/>
                    <a:pt x="80" y="42"/>
                  </a:cubicBezTo>
                  <a:close/>
                  <a:moveTo>
                    <a:pt x="63" y="42"/>
                  </a:moveTo>
                  <a:cubicBezTo>
                    <a:pt x="63" y="38"/>
                    <a:pt x="63" y="34"/>
                    <a:pt x="62" y="29"/>
                  </a:cubicBezTo>
                  <a:cubicBezTo>
                    <a:pt x="61" y="25"/>
                    <a:pt x="60" y="21"/>
                    <a:pt x="58" y="18"/>
                  </a:cubicBezTo>
                  <a:cubicBezTo>
                    <a:pt x="56" y="14"/>
                    <a:pt x="54" y="11"/>
                    <a:pt x="51" y="9"/>
                  </a:cubicBezTo>
                  <a:cubicBezTo>
                    <a:pt x="48" y="7"/>
                    <a:pt x="45" y="6"/>
                    <a:pt x="41" y="6"/>
                  </a:cubicBezTo>
                  <a:cubicBezTo>
                    <a:pt x="36" y="6"/>
                    <a:pt x="33" y="7"/>
                    <a:pt x="30" y="9"/>
                  </a:cubicBezTo>
                  <a:cubicBezTo>
                    <a:pt x="27" y="11"/>
                    <a:pt x="24" y="14"/>
                    <a:pt x="22" y="18"/>
                  </a:cubicBezTo>
                  <a:cubicBezTo>
                    <a:pt x="21" y="21"/>
                    <a:pt x="19" y="25"/>
                    <a:pt x="19" y="29"/>
                  </a:cubicBezTo>
                  <a:cubicBezTo>
                    <a:pt x="18" y="34"/>
                    <a:pt x="17" y="38"/>
                    <a:pt x="17" y="42"/>
                  </a:cubicBezTo>
                  <a:cubicBezTo>
                    <a:pt x="17" y="47"/>
                    <a:pt x="18" y="52"/>
                    <a:pt x="19" y="57"/>
                  </a:cubicBezTo>
                  <a:cubicBezTo>
                    <a:pt x="20" y="61"/>
                    <a:pt x="21" y="65"/>
                    <a:pt x="23" y="69"/>
                  </a:cubicBezTo>
                  <a:cubicBezTo>
                    <a:pt x="25" y="72"/>
                    <a:pt x="27" y="75"/>
                    <a:pt x="30" y="77"/>
                  </a:cubicBezTo>
                  <a:cubicBezTo>
                    <a:pt x="33" y="79"/>
                    <a:pt x="36" y="80"/>
                    <a:pt x="41" y="80"/>
                  </a:cubicBezTo>
                  <a:cubicBezTo>
                    <a:pt x="48" y="80"/>
                    <a:pt x="53" y="77"/>
                    <a:pt x="57" y="70"/>
                  </a:cubicBezTo>
                  <a:cubicBezTo>
                    <a:pt x="61" y="64"/>
                    <a:pt x="63" y="54"/>
                    <a:pt x="63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15271528-9DFF-44DC-94E1-D886A8E4C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6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0 w 91"/>
                <a:gd name="T41" fmla="*/ 84 h 84"/>
                <a:gd name="T42" fmla="*/ 0 w 91"/>
                <a:gd name="T43" fmla="*/ 79 h 84"/>
                <a:gd name="T44" fmla="*/ 4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8 w 91"/>
                <a:gd name="T71" fmla="*/ 14 h 84"/>
                <a:gd name="T72" fmla="*/ 33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3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0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1" y="17"/>
                    <a:pt x="30" y="19"/>
                  </a:cubicBezTo>
                  <a:cubicBezTo>
                    <a:pt x="29" y="20"/>
                    <a:pt x="28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6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" y="79"/>
                    <a:pt x="3" y="78"/>
                    <a:pt x="4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9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0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30" y="13"/>
                    <a:pt x="31" y="11"/>
                    <a:pt x="33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3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79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2E626BA1-FAF1-4C2C-92AF-E417A2303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2" y="1902"/>
              <a:ext cx="213" cy="312"/>
            </a:xfrm>
            <a:custGeom>
              <a:avLst/>
              <a:gdLst>
                <a:gd name="T0" fmla="*/ 90 w 90"/>
                <a:gd name="T1" fmla="*/ 128 h 131"/>
                <a:gd name="T2" fmla="*/ 61 w 90"/>
                <a:gd name="T3" fmla="*/ 129 h 131"/>
                <a:gd name="T4" fmla="*/ 60 w 90"/>
                <a:gd name="T5" fmla="*/ 128 h 131"/>
                <a:gd name="T6" fmla="*/ 60 w 90"/>
                <a:gd name="T7" fmla="*/ 121 h 131"/>
                <a:gd name="T8" fmla="*/ 60 w 90"/>
                <a:gd name="T9" fmla="*/ 120 h 131"/>
                <a:gd name="T10" fmla="*/ 49 w 90"/>
                <a:gd name="T11" fmla="*/ 128 h 131"/>
                <a:gd name="T12" fmla="*/ 36 w 90"/>
                <a:gd name="T13" fmla="*/ 131 h 131"/>
                <a:gd name="T14" fmla="*/ 22 w 90"/>
                <a:gd name="T15" fmla="*/ 128 h 131"/>
                <a:gd name="T16" fmla="*/ 11 w 90"/>
                <a:gd name="T17" fmla="*/ 120 h 131"/>
                <a:gd name="T18" fmla="*/ 3 w 90"/>
                <a:gd name="T19" fmla="*/ 106 h 131"/>
                <a:gd name="T20" fmla="*/ 0 w 90"/>
                <a:gd name="T21" fmla="*/ 88 h 131"/>
                <a:gd name="T22" fmla="*/ 3 w 90"/>
                <a:gd name="T23" fmla="*/ 71 h 131"/>
                <a:gd name="T24" fmla="*/ 12 w 90"/>
                <a:gd name="T25" fmla="*/ 57 h 131"/>
                <a:gd name="T26" fmla="*/ 24 w 90"/>
                <a:gd name="T27" fmla="*/ 48 h 131"/>
                <a:gd name="T28" fmla="*/ 39 w 90"/>
                <a:gd name="T29" fmla="*/ 45 h 131"/>
                <a:gd name="T30" fmla="*/ 51 w 90"/>
                <a:gd name="T31" fmla="*/ 46 h 131"/>
                <a:gd name="T32" fmla="*/ 60 w 90"/>
                <a:gd name="T33" fmla="*/ 50 h 131"/>
                <a:gd name="T34" fmla="*/ 60 w 90"/>
                <a:gd name="T35" fmla="*/ 21 h 131"/>
                <a:gd name="T36" fmla="*/ 59 w 90"/>
                <a:gd name="T37" fmla="*/ 15 h 131"/>
                <a:gd name="T38" fmla="*/ 56 w 90"/>
                <a:gd name="T39" fmla="*/ 11 h 131"/>
                <a:gd name="T40" fmla="*/ 49 w 90"/>
                <a:gd name="T41" fmla="*/ 8 h 131"/>
                <a:gd name="T42" fmla="*/ 41 w 90"/>
                <a:gd name="T43" fmla="*/ 7 h 131"/>
                <a:gd name="T44" fmla="*/ 41 w 90"/>
                <a:gd name="T45" fmla="*/ 2 h 131"/>
                <a:gd name="T46" fmla="*/ 74 w 90"/>
                <a:gd name="T47" fmla="*/ 0 h 131"/>
                <a:gd name="T48" fmla="*/ 76 w 90"/>
                <a:gd name="T49" fmla="*/ 2 h 131"/>
                <a:gd name="T50" fmla="*/ 76 w 90"/>
                <a:gd name="T51" fmla="*/ 112 h 131"/>
                <a:gd name="T52" fmla="*/ 77 w 90"/>
                <a:gd name="T53" fmla="*/ 117 h 131"/>
                <a:gd name="T54" fmla="*/ 80 w 90"/>
                <a:gd name="T55" fmla="*/ 121 h 131"/>
                <a:gd name="T56" fmla="*/ 85 w 90"/>
                <a:gd name="T57" fmla="*/ 122 h 131"/>
                <a:gd name="T58" fmla="*/ 90 w 90"/>
                <a:gd name="T59" fmla="*/ 122 h 131"/>
                <a:gd name="T60" fmla="*/ 90 w 90"/>
                <a:gd name="T61" fmla="*/ 128 h 131"/>
                <a:gd name="T62" fmla="*/ 60 w 90"/>
                <a:gd name="T63" fmla="*/ 113 h 131"/>
                <a:gd name="T64" fmla="*/ 60 w 90"/>
                <a:gd name="T65" fmla="*/ 65 h 131"/>
                <a:gd name="T66" fmla="*/ 58 w 90"/>
                <a:gd name="T67" fmla="*/ 61 h 131"/>
                <a:gd name="T68" fmla="*/ 54 w 90"/>
                <a:gd name="T69" fmla="*/ 56 h 131"/>
                <a:gd name="T70" fmla="*/ 48 w 90"/>
                <a:gd name="T71" fmla="*/ 53 h 131"/>
                <a:gd name="T72" fmla="*/ 41 w 90"/>
                <a:gd name="T73" fmla="*/ 51 h 131"/>
                <a:gd name="T74" fmla="*/ 32 w 90"/>
                <a:gd name="T75" fmla="*/ 54 h 131"/>
                <a:gd name="T76" fmla="*/ 24 w 90"/>
                <a:gd name="T77" fmla="*/ 61 h 131"/>
                <a:gd name="T78" fmla="*/ 19 w 90"/>
                <a:gd name="T79" fmla="*/ 73 h 131"/>
                <a:gd name="T80" fmla="*/ 18 w 90"/>
                <a:gd name="T81" fmla="*/ 89 h 131"/>
                <a:gd name="T82" fmla="*/ 19 w 90"/>
                <a:gd name="T83" fmla="*/ 102 h 131"/>
                <a:gd name="T84" fmla="*/ 23 w 90"/>
                <a:gd name="T85" fmla="*/ 112 h 131"/>
                <a:gd name="T86" fmla="*/ 31 w 90"/>
                <a:gd name="T87" fmla="*/ 120 h 131"/>
                <a:gd name="T88" fmla="*/ 42 w 90"/>
                <a:gd name="T89" fmla="*/ 123 h 131"/>
                <a:gd name="T90" fmla="*/ 53 w 90"/>
                <a:gd name="T91" fmla="*/ 120 h 131"/>
                <a:gd name="T92" fmla="*/ 60 w 90"/>
                <a:gd name="T93" fmla="*/ 11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0" h="131">
                  <a:moveTo>
                    <a:pt x="90" y="128"/>
                  </a:moveTo>
                  <a:cubicBezTo>
                    <a:pt x="61" y="129"/>
                    <a:pt x="61" y="129"/>
                    <a:pt x="61" y="129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7" y="124"/>
                    <a:pt x="53" y="126"/>
                    <a:pt x="49" y="128"/>
                  </a:cubicBezTo>
                  <a:cubicBezTo>
                    <a:pt x="45" y="130"/>
                    <a:pt x="40" y="131"/>
                    <a:pt x="36" y="131"/>
                  </a:cubicBezTo>
                  <a:cubicBezTo>
                    <a:pt x="31" y="131"/>
                    <a:pt x="27" y="130"/>
                    <a:pt x="22" y="128"/>
                  </a:cubicBezTo>
                  <a:cubicBezTo>
                    <a:pt x="18" y="126"/>
                    <a:pt x="14" y="123"/>
                    <a:pt x="11" y="120"/>
                  </a:cubicBezTo>
                  <a:cubicBezTo>
                    <a:pt x="8" y="116"/>
                    <a:pt x="5" y="111"/>
                    <a:pt x="3" y="106"/>
                  </a:cubicBezTo>
                  <a:cubicBezTo>
                    <a:pt x="1" y="100"/>
                    <a:pt x="0" y="94"/>
                    <a:pt x="0" y="88"/>
                  </a:cubicBezTo>
                  <a:cubicBezTo>
                    <a:pt x="0" y="82"/>
                    <a:pt x="1" y="76"/>
                    <a:pt x="3" y="71"/>
                  </a:cubicBezTo>
                  <a:cubicBezTo>
                    <a:pt x="5" y="66"/>
                    <a:pt x="8" y="61"/>
                    <a:pt x="12" y="57"/>
                  </a:cubicBezTo>
                  <a:cubicBezTo>
                    <a:pt x="15" y="53"/>
                    <a:pt x="19" y="50"/>
                    <a:pt x="24" y="48"/>
                  </a:cubicBezTo>
                  <a:cubicBezTo>
                    <a:pt x="29" y="46"/>
                    <a:pt x="34" y="45"/>
                    <a:pt x="39" y="45"/>
                  </a:cubicBezTo>
                  <a:cubicBezTo>
                    <a:pt x="43" y="45"/>
                    <a:pt x="47" y="45"/>
                    <a:pt x="51" y="46"/>
                  </a:cubicBezTo>
                  <a:cubicBezTo>
                    <a:pt x="54" y="47"/>
                    <a:pt x="57" y="49"/>
                    <a:pt x="60" y="50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19"/>
                    <a:pt x="60" y="17"/>
                    <a:pt x="59" y="15"/>
                  </a:cubicBezTo>
                  <a:cubicBezTo>
                    <a:pt x="58" y="13"/>
                    <a:pt x="57" y="12"/>
                    <a:pt x="56" y="11"/>
                  </a:cubicBezTo>
                  <a:cubicBezTo>
                    <a:pt x="54" y="10"/>
                    <a:pt x="52" y="9"/>
                    <a:pt x="49" y="8"/>
                  </a:cubicBezTo>
                  <a:cubicBezTo>
                    <a:pt x="47" y="8"/>
                    <a:pt x="44" y="8"/>
                    <a:pt x="41" y="7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4"/>
                    <a:pt x="76" y="116"/>
                    <a:pt x="77" y="117"/>
                  </a:cubicBezTo>
                  <a:cubicBezTo>
                    <a:pt x="78" y="118"/>
                    <a:pt x="79" y="120"/>
                    <a:pt x="80" y="121"/>
                  </a:cubicBezTo>
                  <a:cubicBezTo>
                    <a:pt x="81" y="121"/>
                    <a:pt x="83" y="122"/>
                    <a:pt x="85" y="122"/>
                  </a:cubicBezTo>
                  <a:cubicBezTo>
                    <a:pt x="87" y="122"/>
                    <a:pt x="88" y="122"/>
                    <a:pt x="90" y="122"/>
                  </a:cubicBezTo>
                  <a:lnTo>
                    <a:pt x="90" y="128"/>
                  </a:lnTo>
                  <a:close/>
                  <a:moveTo>
                    <a:pt x="60" y="113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60" y="64"/>
                    <a:pt x="59" y="62"/>
                    <a:pt x="58" y="61"/>
                  </a:cubicBezTo>
                  <a:cubicBezTo>
                    <a:pt x="57" y="59"/>
                    <a:pt x="56" y="57"/>
                    <a:pt x="54" y="56"/>
                  </a:cubicBezTo>
                  <a:cubicBezTo>
                    <a:pt x="53" y="55"/>
                    <a:pt x="51" y="53"/>
                    <a:pt x="48" y="53"/>
                  </a:cubicBezTo>
                  <a:cubicBezTo>
                    <a:pt x="46" y="52"/>
                    <a:pt x="44" y="51"/>
                    <a:pt x="41" y="51"/>
                  </a:cubicBezTo>
                  <a:cubicBezTo>
                    <a:pt x="38" y="51"/>
                    <a:pt x="35" y="52"/>
                    <a:pt x="32" y="54"/>
                  </a:cubicBezTo>
                  <a:cubicBezTo>
                    <a:pt x="29" y="55"/>
                    <a:pt x="26" y="58"/>
                    <a:pt x="24" y="61"/>
                  </a:cubicBezTo>
                  <a:cubicBezTo>
                    <a:pt x="22" y="64"/>
                    <a:pt x="21" y="68"/>
                    <a:pt x="19" y="73"/>
                  </a:cubicBezTo>
                  <a:cubicBezTo>
                    <a:pt x="18" y="78"/>
                    <a:pt x="18" y="83"/>
                    <a:pt x="18" y="89"/>
                  </a:cubicBezTo>
                  <a:cubicBezTo>
                    <a:pt x="18" y="94"/>
                    <a:pt x="18" y="98"/>
                    <a:pt x="19" y="102"/>
                  </a:cubicBezTo>
                  <a:cubicBezTo>
                    <a:pt x="20" y="105"/>
                    <a:pt x="21" y="109"/>
                    <a:pt x="23" y="112"/>
                  </a:cubicBezTo>
                  <a:cubicBezTo>
                    <a:pt x="25" y="115"/>
                    <a:pt x="28" y="118"/>
                    <a:pt x="31" y="120"/>
                  </a:cubicBezTo>
                  <a:cubicBezTo>
                    <a:pt x="34" y="122"/>
                    <a:pt x="38" y="123"/>
                    <a:pt x="42" y="123"/>
                  </a:cubicBezTo>
                  <a:cubicBezTo>
                    <a:pt x="46" y="123"/>
                    <a:pt x="50" y="122"/>
                    <a:pt x="53" y="120"/>
                  </a:cubicBezTo>
                  <a:cubicBezTo>
                    <a:pt x="56" y="118"/>
                    <a:pt x="58" y="116"/>
                    <a:pt x="60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48" name="Line">
            <a:extLst>
              <a:ext uri="{FF2B5EF4-FFF2-40B4-BE49-F238E27FC236}">
                <a16:creationId xmlns:a16="http://schemas.microsoft.com/office/drawing/2014/main" id="{6912D760-4B0E-4AB8-BB00-0E04D8FE1CBF}"/>
              </a:ext>
            </a:extLst>
          </p:cNvPr>
          <p:cNvSpPr/>
          <p:nvPr userDrawn="1"/>
        </p:nvSpPr>
        <p:spPr>
          <a:xfrm>
            <a:off x="250825" y="1052513"/>
            <a:ext cx="864235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txBody>
          <a:bodyPr lIns="22859" tIns="22859" rIns="22859" bIns="22859"/>
          <a:lstStyle/>
          <a:p>
            <a:endParaRPr sz="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BE941D-013F-44E8-8E56-52D14C740807}"/>
              </a:ext>
            </a:extLst>
          </p:cNvPr>
          <p:cNvSpPr txBox="1"/>
          <p:nvPr userDrawn="1"/>
        </p:nvSpPr>
        <p:spPr>
          <a:xfrm>
            <a:off x="250825" y="4988739"/>
            <a:ext cx="86423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+mj-lt"/>
              </a:rPr>
              <a:t>For more information please contact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0E9D31-5C4D-4907-999A-53D56626EA58}"/>
              </a:ext>
            </a:extLst>
          </p:cNvPr>
          <p:cNvSpPr txBox="1"/>
          <p:nvPr userDrawn="1"/>
        </p:nvSpPr>
        <p:spPr>
          <a:xfrm>
            <a:off x="250825" y="6274323"/>
            <a:ext cx="864235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8E"/>
              </a:buClr>
              <a:buSzPct val="100000"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This content is copyright of Foresight Factory International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© Foresight Factory 2020.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9845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1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atter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 smtClean="0">
                <a:solidFill>
                  <a:schemeClr val="bg1">
                    <a:lumMod val="65000"/>
                  </a:schemeClr>
                </a:solidFill>
                <a:latin typeface="+mj-lt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4625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2E8C8F-1CF5-4C3D-9970-2DE6847A2B83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4">
            <a:extLst>
              <a:ext uri="{FF2B5EF4-FFF2-40B4-BE49-F238E27FC236}">
                <a16:creationId xmlns:a16="http://schemas.microsoft.com/office/drawing/2014/main" id="{984BF7BF-42D1-4505-BF3D-39C636A75D5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63D129A0-7861-48E3-82CE-4B31A9DE2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95D98D7A-84A0-4408-B602-AA58D15FB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2DAA5E84-01FA-42ED-A2EB-29D93423F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0DF6FC-68A1-4848-B68D-9C85C3B0BE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331200"/>
            <a:ext cx="813752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defRPr lang="en-US" sz="1200" b="0" kern="120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4pPr>
            <a:lvl5pPr>
              <a:defRPr lang="en-GB" sz="1200" b="1" kern="1200" dirty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9CFD-F91F-4578-8FFD-0A79BF068E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4" y="152636"/>
            <a:ext cx="813752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ts val="0"/>
              </a:spcBef>
              <a:buFontTx/>
              <a:buNone/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945A46C-648E-4FA0-B448-F9C692790C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49" y="1374871"/>
            <a:ext cx="2761200" cy="49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774E9C1-677B-4EFE-A158-2E00C2651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6326" y="1382026"/>
            <a:ext cx="2761200" cy="49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198913B-55CA-4D8D-9544-D90FE48834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0889" y="1382026"/>
            <a:ext cx="2761200" cy="49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740917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19">
          <p15:clr>
            <a:srgbClr val="FBAE40"/>
          </p15:clr>
        </p15:guide>
        <p15:guide id="2" orient="horz" pos="4110">
          <p15:clr>
            <a:srgbClr val="FBAE40"/>
          </p15:clr>
        </p15:guide>
        <p15:guide id="3" pos="5284">
          <p15:clr>
            <a:srgbClr val="FBAE40"/>
          </p15:clr>
        </p15:guide>
        <p15:guide id="4" pos="158">
          <p15:clr>
            <a:srgbClr val="FBAE40"/>
          </p15:clr>
        </p15:guide>
        <p15:guide id="5" pos="5602">
          <p15:clr>
            <a:srgbClr val="FBAE40"/>
          </p15:clr>
        </p15:guide>
        <p15:guide id="6" orient="horz" pos="1570">
          <p15:clr>
            <a:srgbClr val="FBAE40"/>
          </p15:clr>
        </p15:guide>
        <p15:guide id="7" orient="horz" pos="1185">
          <p15:clr>
            <a:srgbClr val="FBAE40"/>
          </p15:clr>
        </p15:guide>
        <p15:guide id="8" orient="horz" pos="459">
          <p15:clr>
            <a:srgbClr val="FBAE40"/>
          </p15:clr>
        </p15:guide>
        <p15:guide id="9" orient="horz" pos="32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0.xml"/>
  <Relationship Id="rId2" Type="http://schemas.openxmlformats.org/officeDocument/2006/relationships/theme" Target="../theme/theme4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03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60" r:id="rId8"/>
    <p:sldLayoutId id="2147483656" r:id="rId9"/>
    <p:sldLayoutId id="2147483650" r:id="rId10"/>
  </p:sldLayoutIdLst>
  <p:txStyles>
    <p:titleStyle>
      <a:lvl1pPr algn="l" defTabSz="457189" rtl="0" eaLnBrk="1" latinLnBrk="0" hangingPunct="1">
        <a:lnSpc>
          <a:spcPct val="90000"/>
        </a:lnSpc>
        <a:spcBef>
          <a:spcPct val="0"/>
        </a:spcBef>
        <a:buNone/>
        <a:defRPr lang="en-US" sz="3600" kern="1200" dirty="0">
          <a:solidFill>
            <a:schemeClr val="bg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46077" indent="-446077" algn="l" defTabSz="457189" rtl="0" eaLnBrk="1" latinLnBrk="0" hangingPunct="1">
        <a:spcBef>
          <a:spcPct val="20000"/>
        </a:spcBef>
        <a:buFontTx/>
        <a:buNone/>
        <a:defRPr lang="en-GB" sz="2800" kern="1200" dirty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17533" indent="-303206" algn="l" defTabSz="457189" rtl="0" eaLnBrk="1" latinLnBrk="0" hangingPunct="1">
        <a:spcBef>
          <a:spcPct val="20000"/>
        </a:spcBef>
        <a:buFont typeface="Arial" pitchFamily="34" charset="0"/>
        <a:buChar char="•"/>
        <a:defRPr lang="en-US" sz="2400" kern="1200" dirty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808018" indent="-300031" algn="l" defTabSz="457189" rtl="0" eaLnBrk="1" latinLnBrk="0" hangingPunct="1">
        <a:spcBef>
          <a:spcPct val="20000"/>
        </a:spcBef>
        <a:buClrTx/>
        <a:buFont typeface="Wingdings 3" pitchFamily="18" charset="2"/>
        <a:buChar char=""/>
        <a:defRPr sz="2400" kern="120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 userDrawn="1">
          <p15:clr>
            <a:srgbClr val="F26B43"/>
          </p15:clr>
        </p15:guide>
        <p15:guide id="2" pos="5602" userDrawn="1">
          <p15:clr>
            <a:srgbClr val="F26B43"/>
          </p15:clr>
        </p15:guide>
        <p15:guide id="3" orient="horz" pos="119" userDrawn="1">
          <p15:clr>
            <a:srgbClr val="F26B43"/>
          </p15:clr>
        </p15:guide>
        <p15:guide id="4" orient="horz" pos="4110" userDrawn="1">
          <p15:clr>
            <a:srgbClr val="F26B43"/>
          </p15:clr>
        </p15:guide>
        <p15:guide id="5" orient="horz" pos="45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0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txStyles>
    <p:titleStyle>
      <a:lvl1pPr algn="l" defTabSz="457189" rtl="0" eaLnBrk="1" latinLnBrk="0" hangingPunct="1">
        <a:lnSpc>
          <a:spcPct val="90000"/>
        </a:lnSpc>
        <a:spcBef>
          <a:spcPct val="0"/>
        </a:spcBef>
        <a:buNone/>
        <a:defRPr lang="en-US" sz="3600" kern="1200" dirty="0">
          <a:solidFill>
            <a:schemeClr val="bg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46077" indent="-446077" algn="l" defTabSz="457189" rtl="0" eaLnBrk="1" latinLnBrk="0" hangingPunct="1">
        <a:spcBef>
          <a:spcPct val="20000"/>
        </a:spcBef>
        <a:buFontTx/>
        <a:buNone/>
        <a:defRPr lang="en-GB" sz="2800" kern="1200" dirty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17533" indent="-303206" algn="l" defTabSz="457189" rtl="0" eaLnBrk="1" latinLnBrk="0" hangingPunct="1">
        <a:spcBef>
          <a:spcPct val="20000"/>
        </a:spcBef>
        <a:buFont typeface="Arial" pitchFamily="34" charset="0"/>
        <a:buChar char="•"/>
        <a:defRPr lang="en-US" sz="2400" kern="1200" dirty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808018" indent="-300031" algn="l" defTabSz="457189" rtl="0" eaLnBrk="1" latinLnBrk="0" hangingPunct="1">
        <a:spcBef>
          <a:spcPct val="20000"/>
        </a:spcBef>
        <a:buClrTx/>
        <a:buFont typeface="Wingdings 3" pitchFamily="18" charset="2"/>
        <a:buChar char=""/>
        <a:defRPr sz="2400" kern="120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  <p15:guide id="2" pos="5602">
          <p15:clr>
            <a:srgbClr val="F26B43"/>
          </p15:clr>
        </p15:guide>
        <p15:guide id="3" orient="horz" pos="119">
          <p15:clr>
            <a:srgbClr val="F26B43"/>
          </p15:clr>
        </p15:guide>
        <p15:guide id="4" orient="horz" pos="4110">
          <p15:clr>
            <a:srgbClr val="F26B43"/>
          </p15:clr>
        </p15:guide>
        <p15:guide id="5" orient="horz" pos="459">
          <p15:clr>
            <a:srgbClr val="F26B43"/>
          </p15:clr>
        </p15:guide>
        <p15:guide id="6" pos="2880">
          <p15:clr>
            <a:srgbClr val="F26B43"/>
          </p15:clr>
        </p15:guide>
      </p15:sldGuideLst>
    </p:ext>
  </p:extLst>
</p:sldMaster>
</file>

<file path=ppt/slides/_rels/slide1.xml.rels>
</file>

<file path=ppt/slides/slide1.xml>
</file>

<file path=ppt/theme/theme1.xml><?xml version="1.0" encoding="utf-8"?>
<a:theme xmlns:a="http://schemas.openxmlformats.org/drawingml/2006/main" name="FF2018">
  <a:themeElements>
    <a:clrScheme name="FF2020">
      <a:dk1>
        <a:srgbClr val="29005A"/>
      </a:dk1>
      <a:lt1>
        <a:srgbClr val="FFFFFF"/>
      </a:lt1>
      <a:dk2>
        <a:srgbClr val="8A66FF"/>
      </a:dk2>
      <a:lt2>
        <a:srgbClr val="5E00E6"/>
      </a:lt2>
      <a:accent1>
        <a:srgbClr val="FC33FF"/>
      </a:accent1>
      <a:accent2>
        <a:srgbClr val="FF8100"/>
      </a:accent2>
      <a:accent3>
        <a:srgbClr val="AAEE00"/>
      </a:accent3>
      <a:accent4>
        <a:srgbClr val="00BFFF"/>
      </a:accent4>
      <a:accent5>
        <a:srgbClr val="FF002A"/>
      </a:accent5>
      <a:accent6>
        <a:srgbClr val="FFE400"/>
      </a:accent6>
      <a:hlink>
        <a:srgbClr val="5E00E6"/>
      </a:hlink>
      <a:folHlink>
        <a:srgbClr val="5E00E6"/>
      </a:folHlink>
    </a:clrScheme>
    <a:fontScheme name="FF2020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FF2018">
  <a:themeElements>
    <a:clrScheme name="FF2020">
      <a:dk1>
        <a:srgbClr val="29005A"/>
      </a:dk1>
      <a:lt1>
        <a:srgbClr val="FFFFFF"/>
      </a:lt1>
      <a:dk2>
        <a:srgbClr val="8A66FF"/>
      </a:dk2>
      <a:lt2>
        <a:srgbClr val="5E00E6"/>
      </a:lt2>
      <a:accent1>
        <a:srgbClr val="FC33FF"/>
      </a:accent1>
      <a:accent2>
        <a:srgbClr val="FF8100"/>
      </a:accent2>
      <a:accent3>
        <a:srgbClr val="AAEE00"/>
      </a:accent3>
      <a:accent4>
        <a:srgbClr val="00BFFF"/>
      </a:accent4>
      <a:accent5>
        <a:srgbClr val="FF002A"/>
      </a:accent5>
      <a:accent6>
        <a:srgbClr val="FFE400"/>
      </a:accent6>
      <a:hlink>
        <a:srgbClr val="5E00E6"/>
      </a:hlink>
      <a:folHlink>
        <a:srgbClr val="5E00E6"/>
      </a:folHlink>
    </a:clrScheme>
    <a:fontScheme name="FF2020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3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10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20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30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D6908C9706DC43861724EF3F858898" ma:contentTypeVersion="0" ma:contentTypeDescription="Create a new document." ma:contentTypeScope="" ma:versionID="39b2408c7959e603139a5c954a71cf55">
  <xsd:schema xmlns:xsd="http://www.w3.org/2001/XMLSchema" xmlns:p="http://schemas.microsoft.com/office/2006/metadata/properties" targetNamespace="http://schemas.microsoft.com/office/2006/metadata/properties" ma:root="true" ma:fieldsID="2d9ac0e344db50f433fcb122b5d6bd0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1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D6908C9706DC43861724EF3F858898" ma:contentTypeVersion="0" ma:contentTypeDescription="Create a new document." ma:contentTypeScope="" ma:versionID="39b2408c7959e603139a5c954a71cf55">
  <xsd:schema xmlns:xsd="http://www.w3.org/2001/XMLSchema" xmlns:p="http://schemas.microsoft.com/office/2006/metadata/properties" targetNamespace="http://schemas.microsoft.com/office/2006/metadata/properties" ma:root="true" ma:fieldsID="2d9ac0e344db50f433fcb122b5d6bd0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0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48A7ADD2-AB10-4C60-B92D-060600F19D22}"/>
</file>

<file path=customXml/itemProps2.xml><?xml version="1.0" encoding="utf-8"?>
<ds:datastoreItem xmlns:ds="http://schemas.openxmlformats.org/officeDocument/2006/customXml" ds:itemID="{26FDDF5E-95BB-4F0C-9B00-5DBD3E936F11}"/>
</file>

<file path=customXml/itemProps3.xml><?xml version="1.0" encoding="utf-8"?>
<ds:datastoreItem xmlns:ds="http://schemas.openxmlformats.org/officeDocument/2006/customXml" ds:itemID="{19644EB1-8D84-456E-BE2A-FAD74A2F570B}"/>
</file>

<file path=customXml/itemProps10.xml><?xml version="1.0" encoding="utf-8"?>
<ds:datastoreItem xmlns:ds="http://schemas.openxmlformats.org/officeDocument/2006/customXml" ds:itemID="{48A7ADD2-AB10-4C60-B92D-060600F19D22}"/>
</file>

<file path=customXml/itemProps20.xml><?xml version="1.0" encoding="utf-8"?>
<ds:datastoreItem xmlns:ds="http://schemas.openxmlformats.org/officeDocument/2006/customXml" ds:itemID="{26FDDF5E-95BB-4F0C-9B00-5DBD3E936F11}"/>
</file>

<file path=customXml/itemProps30.xml><?xml version="1.0" encoding="utf-8"?>
<ds:datastoreItem xmlns:ds="http://schemas.openxmlformats.org/officeDocument/2006/customXml" ds:itemID="{19644EB1-8D84-456E-BE2A-FAD74A2F570B}"/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1328</Words>
  <Application>Microsoft Office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Georgia</vt:lpstr>
      <vt:lpstr>Wingdings 3</vt:lpstr>
      <vt:lpstr>FF2018</vt:lpstr>
      <vt:lpstr>PowerPoint Presentation</vt:lpstr>
      <vt:lpstr>Briefing and Signals</vt:lpstr>
      <vt:lpstr>What will happen next?</vt:lpstr>
      <vt:lpstr>What this means for:  Branding and Positioning</vt:lpstr>
      <vt:lpstr>What will happen next?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FFonline</dc:title>
  <dc:creator>Foresight Factory</dc:creator>
  <cp:lastModifiedBy>Bonnie Richardson</cp:lastModifiedBy>
  <cp:revision>131</cp:revision>
  <dcterms:created xsi:type="dcterms:W3CDTF">2020-09-24T03:56:57Z</dcterms:created>
  <dcterms:modified xsi:type="dcterms:W3CDTF">2020-11-17T17:57:59Z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0x010100E1022837DF84764A931E1C025392D5B1</vt:lpwstr>
  </property>
</Properties>
</file>