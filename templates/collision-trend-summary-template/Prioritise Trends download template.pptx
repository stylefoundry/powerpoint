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45_C73B0D4E.xml" ContentType="application/vnd.ms-powerpoint.comments+xml"/>
  <Override PartName="/ppt/comments/modernComment_AD1_23A2652.xml" ContentType="application/vnd.ms-powerpoint.comments+xml"/>
  <Override PartName="/ppt/comments/modernComment_AD0_4A34154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30.xml" ContentType="application/vnd.openxmlformats-officedocument.customXmlProperties+xml"/>
  <Override PartName="/customXml/itemProps10.xml" ContentType="application/vnd.openxmlformats-officedocument.customXmlProperties+xml"/>
  <Override PartName="/customXml/itemProps20.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8" r:id="rId5"/>
  </p:sldMasterIdLst>
  <p:notesMasterIdLst>
    <p:notesMasterId r:id="rId24"/>
  </p:notesMasterIdLst>
  <p:sldIdLst>
    <p:sldId id="325" r:id="rId6"/>
    <p:sldId id="326" r:id="rId7"/>
    <p:sldId id="327" r:id="rId8"/>
    <p:sldId id="328" r:id="rId9"/>
    <p:sldId id="329" r:id="rId10"/>
    <p:sldId id="330" r:id="rId11"/>
    <p:sldId id="274" r:id="rId12"/>
    <p:sldId id="275" r:id="rId13"/>
    <p:sldId id="276" r:id="rId14"/>
    <p:sldId id="320" r:id="rId15"/>
    <p:sldId id="321" r:id="rId16"/>
    <p:sldId id="322" r:id="rId17"/>
    <p:sldId id="273" r:id="rId18"/>
    <p:sldId id="323" r:id="rId19"/>
    <p:sldId id="324" r:id="rId20"/>
    <p:sldId id="2769" r:id="rId21"/>
    <p:sldId id="2768" r:id="rId22"/>
    <p:sldId id="31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A2220E-EAF1-36E2-996E-E941808F1272}" name="Emily Cullen" initials="EC" userId="S::emilyc@foresightfactory.co::b70753b4-59c5-4412-9192-e5ab11c768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7AA9"/>
    <a:srgbClr val="5C3D81"/>
    <a:srgbClr val="765C96"/>
    <a:srgbClr val="431F6E"/>
    <a:srgbClr val="F373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49A4A-1CBC-4F78-8923-FA86A1C97617}" v="17" dt="2022-07-07T13:41:33.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24" autoAdjust="0"/>
  </p:normalViewPr>
  <p:slideViewPr>
    <p:cSldViewPr>
      <p:cViewPr varScale="1">
        <p:scale>
          <a:sx n="110" d="100"/>
          <a:sy n="110" d="100"/>
        </p:scale>
        <p:origin x="738"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howGuides="1">
      <p:cViewPr varScale="1">
        <p:scale>
          <a:sx n="84" d="100"/>
          <a:sy n="84" d="100"/>
        </p:scale>
        <p:origin x="2976" y="9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71" Type="http://schemas.openxmlformats.org/officeDocument/2006/relationships/customXml+xml" Target="../customXml/item3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70" Type="http://schemas.openxmlformats.org/officeDocument/2006/relationships/customXml+xml" Target="../customXml/item20.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8/10/relationships/authors" Target="authors.xml"/><Relationship Id="rId69" Type="http://schemas.openxmlformats.org/officeDocument/2006/relationships/customXmll+xml" Target="../customXml/item10.xml"/><Relationship Id="rId8" Type="http://schemas.openxmlformats.org/officeDocument/2006/relationships/slide" Target="slides/slide3.xml"/></Relationships>
</file>

<file path=ppt/comments/modernComment_145_C73B0D4E.xml><?xml version="1.0" encoding="utf-8"?>
<p188:cmLst xmlns:a="http://schemas.openxmlformats.org/drawingml/2006/main" xmlns:r="http://schemas.openxmlformats.org/officeDocument/2006/relationships" xmlns:p188="http://schemas.microsoft.com/office/powerpoint/2018/8/main">
  <p188:cm id="{8E69C85A-BB49-47B8-94A9-DFEC57DBBD31}" authorId="{1BA2220E-EAF1-36E2-996E-E941808F1272}" created="2022-07-07T12:59:26.574">
    <ac:deMkLst xmlns:ac="http://schemas.microsoft.com/office/drawing/2013/main/command">
      <pc:docMk xmlns:pc="http://schemas.microsoft.com/office/powerpoint/2013/main/command"/>
      <pc:sldMk xmlns:pc="http://schemas.microsoft.com/office/powerpoint/2013/main/command" cId="3342536014" sldId="325"/>
      <ac:spMk id="40" creationId="{1F63B656-ED1F-A95B-D736-D0F4C45A8B98}"/>
    </ac:deMkLst>
    <p188:txBody>
      <a:bodyPr/>
      <a:lstStyle/>
      <a:p>
        <a:r>
          <a:rPr lang="en-GB"/>
          <a:t>cover image tbc</a:t>
        </a:r>
      </a:p>
    </p188:txBody>
  </p188:cm>
  <p188:cm id="{A76B94FD-9AE5-4192-BFFB-D585490A37B9}" authorId="{1BA2220E-EAF1-36E2-996E-E941808F1272}" created="2022-07-07T13:21:23.898">
    <pc:sldMkLst xmlns:pc="http://schemas.microsoft.com/office/powerpoint/2013/main/command">
      <pc:docMk/>
      <pc:sldMk cId="3342536014" sldId="325"/>
    </pc:sldMkLst>
    <p188:pos x="4486275" y="4025900"/>
    <p188:txBody>
      <a:bodyPr/>
      <a:lstStyle/>
      <a:p>
        <a:r>
          <a:rPr lang="en-GB"/>
          <a:t>text taken from question, audience, market specified</a:t>
        </a:r>
      </a:p>
    </p188:txBody>
  </p188:cm>
</p188:cmLst>
</file>

<file path=ppt/comments/modernComment_AD0_4A341540.xml><?xml version="1.0" encoding="utf-8"?>
<p188:cmLst xmlns:a="http://schemas.openxmlformats.org/drawingml/2006/main" xmlns:r="http://schemas.openxmlformats.org/officeDocument/2006/relationships" xmlns:p188="http://schemas.microsoft.com/office/powerpoint/2018/8/main">
  <p188:cm id="{7B67954C-DB90-4155-9FC1-96260E4EEBB1}" authorId="{1BA2220E-EAF1-36E2-996E-E941808F1272}" created="2022-07-07T13:41:19.759">
    <pc:sldMkLst xmlns:pc="http://schemas.microsoft.com/office/powerpoint/2013/main/command">
      <pc:docMk/>
      <pc:sldMk cId="1244927296" sldId="2768"/>
    </pc:sldMkLst>
    <p188:txBody>
      <a:bodyPr/>
      <a:lstStyle/>
      <a:p>
        <a:r>
          <a:rPr lang="en-GB"/>
          <a:t>As above, to illustrate with more Trends</a:t>
        </a:r>
      </a:p>
    </p188:txBody>
  </p188:cm>
</p188:cmLst>
</file>

<file path=ppt/comments/modernComment_AD1_23A2652.xml><?xml version="1.0" encoding="utf-8"?>
<p188:cmLst xmlns:a="http://schemas.openxmlformats.org/drawingml/2006/main" xmlns:r="http://schemas.openxmlformats.org/officeDocument/2006/relationships" xmlns:p188="http://schemas.microsoft.com/office/powerpoint/2018/8/main">
  <p188:cm id="{21016D25-BAB3-4C3B-8383-CCF2E2B02BF5}" authorId="{1BA2220E-EAF1-36E2-996E-E941808F1272}" created="2022-07-07T13:40:36.171">
    <ac:deMkLst xmlns:ac="http://schemas.microsoft.com/office/drawing/2013/main/command">
      <pc:docMk xmlns:pc="http://schemas.microsoft.com/office/powerpoint/2013/main/command"/>
      <pc:sldMk xmlns:pc="http://schemas.microsoft.com/office/powerpoint/2013/main/command" cId="37365330" sldId="2769"/>
      <ac:spMk id="5" creationId="{5A2A17F5-BDB6-3277-82F6-DE5BCCE429BF}"/>
    </ac:deMkLst>
    <p188:txBody>
      <a:bodyPr/>
      <a:lstStyle/>
      <a:p>
        <a:r>
          <a:rPr lang="en-GB"/>
          <a:t>additional slides can be introduced as needed, same styling, numbers continue to run as high as required</a:t>
        </a:r>
      </a:p>
    </p188:txBody>
  </p188:cm>
  <p188:cm id="{B13BE74A-B089-4C78-901B-DCC50A7DF46E}" authorId="{1BA2220E-EAF1-36E2-996E-E941808F1272}" created="2022-07-07T13:40:54.374">
    <ac:deMkLst xmlns:ac="http://schemas.microsoft.com/office/drawing/2013/main/command">
      <pc:docMk xmlns:pc="http://schemas.microsoft.com/office/powerpoint/2013/main/command"/>
      <pc:sldMk xmlns:pc="http://schemas.microsoft.com/office/powerpoint/2013/main/command" cId="37365330" sldId="2769"/>
      <ac:spMk id="5" creationId="{5A2A17F5-BDB6-3277-82F6-DE5BCCE429BF}"/>
    </ac:deMkLst>
    <p188:txBody>
      <a:bodyPr/>
      <a:lstStyle/>
      <a:p>
        <a:r>
          <a:rPr lang="en-GB"/>
          <a:t>Numbers should not be bold, and should be in standard dark purple (not bright)</a:t>
        </a:r>
      </a:p>
    </p188:txBody>
  </p188:cm>
  <p188:cm id="{CC0086BA-4831-482B-8056-C92A4B3C20CA}" authorId="{1BA2220E-EAF1-36E2-996E-E941808F1272}" created="2022-07-07T14:05:10.144">
    <pc:sldMkLst xmlns:pc="http://schemas.microsoft.com/office/powerpoint/2013/main/command">
      <pc:docMk/>
      <pc:sldMk cId="37365330" sldId="2769"/>
    </pc:sldMkLst>
    <p188:pos x="463550" y="1374775"/>
    <p188:txBody>
      <a:bodyPr/>
      <a:lstStyle/>
      <a:p>
        <a:r>
          <a:rPr lang="en-GB"/>
          <a:t> hyperlink to the trend page on main Collision site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6CFFA1-E31C-4403-BF25-43564C874A0C}" type="datetimeFigureOut">
              <a:rPr lang="en-US" smtClean="0"/>
              <a:pPr/>
              <a:t>7/7/2022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E35922-4DB2-4CEA-8099-5FF0C7F3A07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4843A4D9-7D02-4B9F-8891-F981F175861F}"/>
              </a:ext>
            </a:extLst>
          </p:cNvPr>
          <p:cNvSpPr/>
          <p:nvPr userDrawn="1"/>
        </p:nvSpPr>
        <p:spPr>
          <a:xfrm>
            <a:off x="0" y="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1" name="subtitle_element"/>
          <p:cNvSpPr>
            <a:spLocks noGrp="1"/>
          </p:cNvSpPr>
          <p:nvPr>
            <p:ph type="body" sz="quarter" idx="11" hasCustomPrompt="1"/>
          </p:nvPr>
        </p:nvSpPr>
        <p:spPr>
          <a:xfrm>
            <a:off x="250825" y="3644900"/>
            <a:ext cx="4321175" cy="1080851"/>
          </a:xfrm>
          <a:prstGeom prst="rect">
            <a:avLst/>
          </a:prstGeom>
        </p:spPr>
        <p:txBody>
          <a:bodyPr lIns="0" tIns="0" rIns="0" bIns="0">
            <a:noAutofit/>
          </a:bodyPr>
          <a:lstStyle>
            <a:lvl1pPr marL="0" indent="0" algn="l">
              <a:buFontTx/>
              <a:buNone/>
              <a:defRPr sz="2000" b="1">
                <a:solidFill>
                  <a:schemeClr val="bg1"/>
                </a:solidFill>
                <a:latin typeface="+mj-lt"/>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&lt;TREND SUBTITLE&gt;</a:t>
            </a:r>
            <a:endParaRPr lang="en-GB" dirty="0"/>
          </a:p>
        </p:txBody>
      </p:sp>
      <p:sp>
        <p:nvSpPr>
          <p:cNvPr id="30" name="title_element"/>
          <p:cNvSpPr>
            <a:spLocks noGrp="1"/>
          </p:cNvSpPr>
          <p:nvPr>
            <p:ph type="body" sz="quarter" idx="10" hasCustomPrompt="1"/>
          </p:nvPr>
        </p:nvSpPr>
        <p:spPr>
          <a:xfrm>
            <a:off x="250825" y="2887663"/>
            <a:ext cx="4321175" cy="612775"/>
          </a:xfrm>
          <a:prstGeom prst="rect">
            <a:avLst/>
          </a:prstGeom>
        </p:spPr>
        <p:txBody>
          <a:bodyPr lIns="0" tIns="0" rIns="0" bIns="0" anchor="b" anchorCtr="0">
            <a:noAutofit/>
          </a:bodyPr>
          <a:lstStyle>
            <a:lvl1pPr marL="0" indent="0" algn="l">
              <a:lnSpc>
                <a:spcPct val="90000"/>
              </a:lnSpc>
              <a:spcBef>
                <a:spcPts val="0"/>
              </a:spcBef>
              <a:buFontTx/>
              <a:buNone/>
              <a:defRPr sz="4800" b="1">
                <a:solidFill>
                  <a:schemeClr val="bg1"/>
                </a:solidFill>
                <a:latin typeface="+mj-lt"/>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&lt;TREND TITLE&gt;</a:t>
            </a:r>
            <a:endParaRPr lang="en-GB" dirty="0"/>
          </a:p>
        </p:txBody>
      </p:sp>
      <p:sp>
        <p:nvSpPr>
          <p:cNvPr id="2" name="line">
            <a:extLst>
              <a:ext uri="{FF2B5EF4-FFF2-40B4-BE49-F238E27FC236}">
                <a16:creationId xmlns:a16="http://schemas.microsoft.com/office/drawing/2014/main" id="{88911AB0-5713-4626-B4FC-E62DE9868EF2}"/>
              </a:ext>
            </a:extLst>
          </p:cNvPr>
          <p:cNvSpPr/>
          <p:nvPr userDrawn="1"/>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9" name="ff_logo">
            <a:extLst>
              <a:ext uri="{FF2B5EF4-FFF2-40B4-BE49-F238E27FC236}">
                <a16:creationId xmlns:a16="http://schemas.microsoft.com/office/drawing/2014/main" id="{B4A6FA1E-2E76-48E1-A0AC-395521969D20}"/>
              </a:ext>
            </a:extLst>
          </p:cNvPr>
          <p:cNvGrpSpPr>
            <a:grpSpLocks noChangeAspect="1"/>
          </p:cNvGrpSpPr>
          <p:nvPr userDrawn="1"/>
        </p:nvGrpSpPr>
        <p:grpSpPr bwMode="auto">
          <a:xfrm>
            <a:off x="257721" y="276637"/>
            <a:ext cx="2003526" cy="596488"/>
            <a:chOff x="232" y="888"/>
            <a:chExt cx="4736" cy="1410"/>
          </a:xfrm>
          <a:solidFill>
            <a:schemeClr val="bg1"/>
          </a:solidFill>
        </p:grpSpPr>
        <p:sp>
          <p:nvSpPr>
            <p:cNvPr id="10" name="Freeform 5">
              <a:extLst>
                <a:ext uri="{FF2B5EF4-FFF2-40B4-BE49-F238E27FC236}">
                  <a16:creationId xmlns:a16="http://schemas.microsoft.com/office/drawing/2014/main" id="{21DBE399-0F40-4417-9234-B2C5A7844EFB}"/>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46DA6A5D-6877-428A-B254-6A1BD2EC2678}"/>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7">
              <a:extLst>
                <a:ext uri="{FF2B5EF4-FFF2-40B4-BE49-F238E27FC236}">
                  <a16:creationId xmlns:a16="http://schemas.microsoft.com/office/drawing/2014/main" id="{30D682F6-B003-4E3C-9208-E0EB6BB9B1A1}"/>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8">
              <a:extLst>
                <a:ext uri="{FF2B5EF4-FFF2-40B4-BE49-F238E27FC236}">
                  <a16:creationId xmlns:a16="http://schemas.microsoft.com/office/drawing/2014/main" id="{0845E530-87E8-43AC-B98E-B0F8154534E5}"/>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9">
              <a:extLst>
                <a:ext uri="{FF2B5EF4-FFF2-40B4-BE49-F238E27FC236}">
                  <a16:creationId xmlns:a16="http://schemas.microsoft.com/office/drawing/2014/main" id="{99478313-A0B5-47BD-B57E-E1D0A04A8BC2}"/>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0">
              <a:extLst>
                <a:ext uri="{FF2B5EF4-FFF2-40B4-BE49-F238E27FC236}">
                  <a16:creationId xmlns:a16="http://schemas.microsoft.com/office/drawing/2014/main" id="{4F98E3D1-AC48-4195-B4E7-E983FFE4B1E5}"/>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1">
              <a:extLst>
                <a:ext uri="{FF2B5EF4-FFF2-40B4-BE49-F238E27FC236}">
                  <a16:creationId xmlns:a16="http://schemas.microsoft.com/office/drawing/2014/main" id="{4C1AC9DE-2ADC-4602-B955-0F5DF600C2FD}"/>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2">
              <a:extLst>
                <a:ext uri="{FF2B5EF4-FFF2-40B4-BE49-F238E27FC236}">
                  <a16:creationId xmlns:a16="http://schemas.microsoft.com/office/drawing/2014/main" id="{A0011C0C-5904-47F6-B750-7EDA42E00EAE}"/>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3">
              <a:extLst>
                <a:ext uri="{FF2B5EF4-FFF2-40B4-BE49-F238E27FC236}">
                  <a16:creationId xmlns:a16="http://schemas.microsoft.com/office/drawing/2014/main" id="{D80F666E-1C36-41BB-B953-E8B0F38DA17C}"/>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57A4DF54-5169-479D-B1A7-7427280F6469}"/>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5">
              <a:extLst>
                <a:ext uri="{FF2B5EF4-FFF2-40B4-BE49-F238E27FC236}">
                  <a16:creationId xmlns:a16="http://schemas.microsoft.com/office/drawing/2014/main" id="{079128CA-5BE3-4FE4-A1B4-FCBE547B50E1}"/>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6">
              <a:extLst>
                <a:ext uri="{FF2B5EF4-FFF2-40B4-BE49-F238E27FC236}">
                  <a16:creationId xmlns:a16="http://schemas.microsoft.com/office/drawing/2014/main" id="{1DC7959B-1A1F-4040-A288-B600F24D9CF3}"/>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7">
              <a:extLst>
                <a:ext uri="{FF2B5EF4-FFF2-40B4-BE49-F238E27FC236}">
                  <a16:creationId xmlns:a16="http://schemas.microsoft.com/office/drawing/2014/main" id="{A7388B1B-5DA2-428A-AE29-A7A1AC7A2B7E}"/>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8">
              <a:extLst>
                <a:ext uri="{FF2B5EF4-FFF2-40B4-BE49-F238E27FC236}">
                  <a16:creationId xmlns:a16="http://schemas.microsoft.com/office/drawing/2014/main" id="{2C620A47-7688-42A7-A421-3FCD2DB82ECF}"/>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19">
              <a:extLst>
                <a:ext uri="{FF2B5EF4-FFF2-40B4-BE49-F238E27FC236}">
                  <a16:creationId xmlns:a16="http://schemas.microsoft.com/office/drawing/2014/main" id="{00A14A05-F8DF-41CD-B1DC-E984899041E2}"/>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20">
              <a:extLst>
                <a:ext uri="{FF2B5EF4-FFF2-40B4-BE49-F238E27FC236}">
                  <a16:creationId xmlns:a16="http://schemas.microsoft.com/office/drawing/2014/main" id="{EB38F27F-DAB7-4E65-85E3-E40749F78AF8}"/>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1">
              <a:extLst>
                <a:ext uri="{FF2B5EF4-FFF2-40B4-BE49-F238E27FC236}">
                  <a16:creationId xmlns:a16="http://schemas.microsoft.com/office/drawing/2014/main" id="{BC6EC793-8076-48B2-93BC-9577E89E33E4}"/>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Rectangle 22">
              <a:extLst>
                <a:ext uri="{FF2B5EF4-FFF2-40B4-BE49-F238E27FC236}">
                  <a16:creationId xmlns:a16="http://schemas.microsoft.com/office/drawing/2014/main" id="{B03D9D66-3E5D-4D68-BCA8-6402B180A5C3}"/>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Rectangle 23">
              <a:extLst>
                <a:ext uri="{FF2B5EF4-FFF2-40B4-BE49-F238E27FC236}">
                  <a16:creationId xmlns:a16="http://schemas.microsoft.com/office/drawing/2014/main" id="{5AD08F10-75F1-4CC7-8E82-A74EAE1E9721}"/>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4">
              <a:extLst>
                <a:ext uri="{FF2B5EF4-FFF2-40B4-BE49-F238E27FC236}">
                  <a16:creationId xmlns:a16="http://schemas.microsoft.com/office/drawing/2014/main" id="{B478BFF8-861E-44E8-A160-40C34D3F4B11}"/>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25">
              <a:extLst>
                <a:ext uri="{FF2B5EF4-FFF2-40B4-BE49-F238E27FC236}">
                  <a16:creationId xmlns:a16="http://schemas.microsoft.com/office/drawing/2014/main" id="{C91DE7CE-7ABB-4A91-95E4-0C7AB71EDA94}"/>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26">
              <a:extLst>
                <a:ext uri="{FF2B5EF4-FFF2-40B4-BE49-F238E27FC236}">
                  <a16:creationId xmlns:a16="http://schemas.microsoft.com/office/drawing/2014/main" id="{E139C7B8-03CC-486D-8039-FF3B79D88138}"/>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27">
              <a:extLst>
                <a:ext uri="{FF2B5EF4-FFF2-40B4-BE49-F238E27FC236}">
                  <a16:creationId xmlns:a16="http://schemas.microsoft.com/office/drawing/2014/main" id="{066D5D97-E143-4E00-B18C-846533C478D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28">
              <a:extLst>
                <a:ext uri="{FF2B5EF4-FFF2-40B4-BE49-F238E27FC236}">
                  <a16:creationId xmlns:a16="http://schemas.microsoft.com/office/drawing/2014/main" id="{CD4804DD-8237-4393-9477-9EEE72647ADD}"/>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29">
              <a:extLst>
                <a:ext uri="{FF2B5EF4-FFF2-40B4-BE49-F238E27FC236}">
                  <a16:creationId xmlns:a16="http://schemas.microsoft.com/office/drawing/2014/main" id="{559D779A-600F-4D13-8D21-73637E976109}"/>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30">
              <a:extLst>
                <a:ext uri="{FF2B5EF4-FFF2-40B4-BE49-F238E27FC236}">
                  <a16:creationId xmlns:a16="http://schemas.microsoft.com/office/drawing/2014/main" id="{7A74D1B9-39FA-4227-9055-4D03C319496D}"/>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1">
              <a:extLst>
                <a:ext uri="{FF2B5EF4-FFF2-40B4-BE49-F238E27FC236}">
                  <a16:creationId xmlns:a16="http://schemas.microsoft.com/office/drawing/2014/main" id="{FAA44BAD-A374-4B0F-BBC6-E212258D7170}"/>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2">
              <a:extLst>
                <a:ext uri="{FF2B5EF4-FFF2-40B4-BE49-F238E27FC236}">
                  <a16:creationId xmlns:a16="http://schemas.microsoft.com/office/drawing/2014/main" id="{A12A40A8-8724-4B20-9C5C-A7ADD6DB9367}"/>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33">
              <a:extLst>
                <a:ext uri="{FF2B5EF4-FFF2-40B4-BE49-F238E27FC236}">
                  <a16:creationId xmlns:a16="http://schemas.microsoft.com/office/drawing/2014/main" id="{2CF19A02-BC56-4D13-86B9-2A916331A494}"/>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34">
              <a:extLst>
                <a:ext uri="{FF2B5EF4-FFF2-40B4-BE49-F238E27FC236}">
                  <a16:creationId xmlns:a16="http://schemas.microsoft.com/office/drawing/2014/main" id="{13F56CFA-5D9B-4B3C-BD8A-2B18DD91E955}"/>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35">
              <a:extLst>
                <a:ext uri="{FF2B5EF4-FFF2-40B4-BE49-F238E27FC236}">
                  <a16:creationId xmlns:a16="http://schemas.microsoft.com/office/drawing/2014/main" id="{565B96D2-5770-4C13-A8C3-B41A100B0FE3}"/>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874685727"/>
      </p:ext>
    </p:extLst>
  </p:cSld>
  <p:clrMapOvr>
    <a:masterClrMapping/>
  </p:clrMapOvr>
  <p:extLst>
    <p:ext uri="{DCECCB84-F9BA-43D5-87BE-67443E8EF086}">
      <p15:sldGuideLst xmlns:p15="http://schemas.microsoft.com/office/powerpoint/2012/main">
        <p15:guide id="1" orient="horz" pos="164" userDrawn="1">
          <p15:clr>
            <a:srgbClr val="FBAE40"/>
          </p15:clr>
        </p15:guide>
        <p15:guide id="2" orient="horz" pos="550" userDrawn="1">
          <p15:clr>
            <a:srgbClr val="FBAE40"/>
          </p15:clr>
        </p15:guide>
        <p15:guide id="3" orient="horz" pos="663" userDrawn="1">
          <p15:clr>
            <a:srgbClr val="FBAE40"/>
          </p15:clr>
        </p15:guide>
        <p15:guide id="4" orient="horz" pos="2205" userDrawn="1">
          <p15:clr>
            <a:srgbClr val="FBAE40"/>
          </p15:clr>
        </p15:guide>
        <p15:guide id="5" pos="1882" userDrawn="1">
          <p15:clr>
            <a:srgbClr val="FBAE40"/>
          </p15:clr>
        </p15:guide>
        <p15:guide id="6" pos="2018" userDrawn="1">
          <p15:clr>
            <a:srgbClr val="FBAE40"/>
          </p15:clr>
        </p15:guide>
        <p15:guide id="7" pos="3742" userDrawn="1">
          <p15:clr>
            <a:srgbClr val="FBAE40"/>
          </p15:clr>
        </p15:guide>
        <p15:guide id="8" pos="3878" userDrawn="1">
          <p15:clr>
            <a:srgbClr val="FBAE40"/>
          </p15:clr>
        </p15:guide>
        <p15:guide id="9" orient="horz" pos="1412" userDrawn="1">
          <p15:clr>
            <a:srgbClr val="FBAE40"/>
          </p15:clr>
        </p15:guide>
        <p15:guide id="10" orient="horz" pos="2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tx1"/>
        </a:solidFill>
        <a:effectLst/>
      </p:bgPr>
    </p:bg>
    <p:spTree>
      <p:nvGrpSpPr>
        <p:cNvPr id="1" name=""/>
        <p:cNvGrpSpPr/>
        <p:nvPr/>
      </p:nvGrpSpPr>
      <p:grpSpPr>
        <a:xfrm>
          <a:off x="0" y="0"/>
          <a:ext cx="0" cy="0"/>
          <a:chOff x="0" y="0"/>
          <a:chExt cx="0" cy="0"/>
        </a:xfrm>
      </p:grpSpPr>
      <p:sp>
        <p:nvSpPr>
          <p:cNvPr id="2" name="title_element"/>
          <p:cNvSpPr>
            <a:spLocks noGrp="1"/>
          </p:cNvSpPr>
          <p:nvPr>
            <p:ph type="title" hasCustomPrompt="1"/>
          </p:nvPr>
        </p:nvSpPr>
        <p:spPr>
          <a:xfrm>
            <a:off x="250825" y="3096601"/>
            <a:ext cx="8642352" cy="664797"/>
          </a:xfrm>
          <a:prstGeom prst="rect">
            <a:avLst/>
          </a:prstGeom>
        </p:spPr>
        <p:txBody>
          <a:bodyPr wrap="square" lIns="0" tIns="0" rIns="0" bIns="0" anchor="ctr">
            <a:spAutoFit/>
          </a:bodyPr>
          <a:lstStyle>
            <a:lvl1pPr algn="l">
              <a:lnSpc>
                <a:spcPct val="80000"/>
              </a:lnSpc>
              <a:defRPr sz="5400" b="1" cap="none" baseline="0">
                <a:solidFill>
                  <a:schemeClr val="bg1"/>
                </a:solidFill>
                <a:latin typeface="Arial" pitchFamily="34" charset="0"/>
                <a:cs typeface="Arial" pitchFamily="34" charset="0"/>
              </a:defRPr>
            </a:lvl1pPr>
          </a:lstStyle>
          <a:p>
            <a:r>
              <a:rPr lang="en-GB" dirty="0"/>
              <a:t>Section title</a:t>
            </a:r>
            <a:endParaRPr lang="en-US" dirty="0"/>
          </a:p>
        </p:txBody>
      </p:sp>
      <p:cxnSp>
        <p:nvCxnSpPr>
          <p:cNvPr id="8" name="line">
            <a:extLst>
              <a:ext uri="{FF2B5EF4-FFF2-40B4-BE49-F238E27FC236}">
                <a16:creationId xmlns:a16="http://schemas.microsoft.com/office/drawing/2014/main" id="{E0951557-B8FB-4D3F-937A-36A3403530CD}"/>
              </a:ext>
            </a:extLst>
          </p:cNvPr>
          <p:cNvCxnSpPr/>
          <p:nvPr userDrawn="1"/>
        </p:nvCxnSpPr>
        <p:spPr>
          <a:xfrm>
            <a:off x="250825" y="620713"/>
            <a:ext cx="8642350" cy="0"/>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9" name="ff_icon">
            <a:extLst>
              <a:ext uri="{FF2B5EF4-FFF2-40B4-BE49-F238E27FC236}">
                <a16:creationId xmlns:a16="http://schemas.microsoft.com/office/drawing/2014/main" id="{16474137-978E-4A09-80FB-C177BA4DF572}"/>
              </a:ext>
            </a:extLst>
          </p:cNvPr>
          <p:cNvGrpSpPr>
            <a:grpSpLocks noChangeAspect="1"/>
          </p:cNvGrpSpPr>
          <p:nvPr userDrawn="1"/>
        </p:nvGrpSpPr>
        <p:grpSpPr bwMode="auto">
          <a:xfrm>
            <a:off x="8530507" y="188914"/>
            <a:ext cx="362668" cy="323850"/>
            <a:chOff x="7024" y="3734"/>
            <a:chExt cx="1308" cy="1168"/>
          </a:xfrm>
          <a:solidFill>
            <a:schemeClr val="bg1"/>
          </a:solidFill>
        </p:grpSpPr>
        <p:sp>
          <p:nvSpPr>
            <p:cNvPr id="11" name="Rectangle 5">
              <a:extLst>
                <a:ext uri="{FF2B5EF4-FFF2-40B4-BE49-F238E27FC236}">
                  <a16:creationId xmlns:a16="http://schemas.microsoft.com/office/drawing/2014/main" id="{DA395659-2219-4B3F-ACF6-4BABAA9B3BFB}"/>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5" name="Rectangle 6">
              <a:extLst>
                <a:ext uri="{FF2B5EF4-FFF2-40B4-BE49-F238E27FC236}">
                  <a16:creationId xmlns:a16="http://schemas.microsoft.com/office/drawing/2014/main" id="{53E05F18-53EF-45A2-BAC7-22563871EA4C}"/>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6" name="Rectangle 7">
              <a:extLst>
                <a:ext uri="{FF2B5EF4-FFF2-40B4-BE49-F238E27FC236}">
                  <a16:creationId xmlns:a16="http://schemas.microsoft.com/office/drawing/2014/main" id="{21C77A68-CCD5-4661-894E-17A30BB9C3C1}"/>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2676543453"/>
      </p:ext>
    </p:extLst>
  </p:cSld>
  <p:clrMapOvr>
    <a:overrideClrMapping bg1="lt1" tx1="dk1" bg2="lt2" tx2="dk2" accent1="accent1" accent2="accent2" accent3="accent3" accent4="accent4" accent5="accent5" accent6="accent6" hlink="hlink" folHlink="folHlink"/>
  </p:clrMapOvr>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iefing and Signals">
    <p:spTree>
      <p:nvGrpSpPr>
        <p:cNvPr id="1" name=""/>
        <p:cNvGrpSpPr/>
        <p:nvPr/>
      </p:nvGrpSpPr>
      <p:grpSpPr>
        <a:xfrm>
          <a:off x="0" y="0"/>
          <a:ext cx="0" cy="0"/>
          <a:chOff x="0" y="0"/>
          <a:chExt cx="0" cy="0"/>
        </a:xfrm>
      </p:grpSpPr>
      <p:sp>
        <p:nvSpPr>
          <p:cNvPr id="17" name="page_no"/>
          <p:cNvSpPr txBox="1"/>
          <p:nvPr userDrawn="1"/>
        </p:nvSpPr>
        <p:spPr>
          <a:xfrm>
            <a:off x="8662881" y="6524625"/>
            <a:ext cx="309700" cy="194925"/>
          </a:xfrm>
          <a:prstGeom prst="rect">
            <a:avLst/>
          </a:prstGeom>
          <a:noFill/>
        </p:spPr>
        <p:txBody>
          <a:bodyPr wrap="none" rtlCol="0" anchor="ctr">
            <a:spAutoFit/>
          </a:bodyPr>
          <a:lstStyle/>
          <a:p>
            <a:pPr marL="0" algn="r" defTabSz="914400" rtl="0" eaLnBrk="1" latinLnBrk="0" hangingPunct="1">
              <a:lnSpc>
                <a:spcPts val="800"/>
              </a:lnSpc>
            </a:pPr>
            <a:fld id="{0E0A9B4E-19F2-4E81-81C4-98D63547DE75}" type="slidenum">
              <a:rPr lang="en-GB" sz="800" kern="1200">
                <a:solidFill>
                  <a:schemeClr val="bg1">
                    <a:lumMod val="65000"/>
                  </a:schemeClr>
                </a:solidFill>
                <a:latin typeface="Arial" pitchFamily="34" charset="0"/>
                <a:ea typeface="+mn-ea"/>
                <a:cs typeface="Arial" pitchFamily="34" charset="0"/>
              </a:rPr>
              <a:pPr marL="0" algn="r" defTabSz="914400" rtl="0" eaLnBrk="1" latinLnBrk="0" hangingPunct="1">
                <a:lnSpc>
                  <a:spcPts val="800"/>
                </a:lnSpc>
              </a:pPr>
              <a:t>‹#›</a:t>
            </a:fld>
            <a:endParaRPr lang="en-GB" sz="800" kern="1200" dirty="0">
              <a:solidFill>
                <a:schemeClr val="bg1">
                  <a:lumMod val="65000"/>
                </a:schemeClr>
              </a:solidFill>
              <a:latin typeface="Arial" pitchFamily="34" charset="0"/>
              <a:ea typeface="+mn-ea"/>
              <a:cs typeface="Arial" pitchFamily="34" charset="0"/>
            </a:endParaRPr>
          </a:p>
        </p:txBody>
      </p:sp>
      <p:sp>
        <p:nvSpPr>
          <p:cNvPr id="19" name="footer"/>
          <p:cNvSpPr>
            <a:spLocks noGrp="1"/>
          </p:cNvSpPr>
          <p:nvPr>
            <p:ph type="body" sz="quarter" idx="10" hasCustomPrompt="1"/>
          </p:nvPr>
        </p:nvSpPr>
        <p:spPr>
          <a:xfrm>
            <a:off x="250825" y="6528581"/>
            <a:ext cx="8363222" cy="194925"/>
          </a:xfrm>
          <a:prstGeom prst="rect">
            <a:avLst/>
          </a:prstGeom>
        </p:spPr>
        <p:txBody>
          <a:bodyPr lIns="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lang="en-GB" sz="800" kern="1200" baseline="0" noProof="0" dirty="0">
                <a:solidFill>
                  <a:schemeClr val="bg1">
                    <a:lumMod val="65000"/>
                  </a:schemeClr>
                </a:solidFill>
                <a:latin typeface="Arial" pitchFamily="34" charset="0"/>
                <a:ea typeface="+mn-ea"/>
                <a:cs typeface="Arial" pitchFamily="34" charset="0"/>
              </a:defRPr>
            </a:lvl1pPr>
          </a:lstStyle>
          <a:p>
            <a:pPr marL="0" marR="0" lvl="0" indent="0" algn="l" defTabSz="457189"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rgbClr val="000000">
                    <a:lumMod val="50000"/>
                    <a:lumOff val="50000"/>
                  </a:srgbClr>
                </a:solidFill>
                <a:effectLst/>
                <a:uLnTx/>
                <a:uFillTx/>
              </a:rPr>
              <a:t>Insert source/photo credit here</a:t>
            </a:r>
          </a:p>
        </p:txBody>
      </p:sp>
      <p:sp>
        <p:nvSpPr>
          <p:cNvPr id="26" name="subtitle_element"/>
          <p:cNvSpPr>
            <a:spLocks noGrp="1"/>
          </p:cNvSpPr>
          <p:nvPr>
            <p:ph type="body" sz="quarter" idx="11" hasCustomPrompt="1"/>
          </p:nvPr>
        </p:nvSpPr>
        <p:spPr>
          <a:xfrm>
            <a:off x="250825" y="1736725"/>
            <a:ext cx="8642350" cy="4645026"/>
          </a:xfrm>
          <a:prstGeom prst="rect">
            <a:avLst/>
          </a:prstGeom>
        </p:spPr>
        <p:txBody>
          <a:bodyPr lIns="0" tIns="0" rIns="0" bIns="0">
            <a:noAutofit/>
          </a:bodyPr>
          <a:lstStyle>
            <a:lvl1pPr marL="0" indent="0" algn="l">
              <a:lnSpc>
                <a:spcPct val="90000"/>
              </a:lnSpc>
              <a:spcBef>
                <a:spcPts val="0"/>
              </a:spcBef>
              <a:spcAft>
                <a:spcPts val="1200"/>
              </a:spcAft>
              <a:buNone/>
              <a:defRPr lang="en-GB" sz="1200" kern="1200" baseline="0" dirty="0">
                <a:solidFill>
                  <a:schemeClr val="tx1"/>
                </a:solidFill>
                <a:latin typeface="+mn-lt"/>
                <a:ea typeface="+mn-ea"/>
                <a:cs typeface="Arial" pitchFamily="34" charset="0"/>
              </a:defRPr>
            </a:lvl1pPr>
            <a:lvl2pPr>
              <a:defRPr sz="1800">
                <a:solidFill>
                  <a:schemeClr val="tx1"/>
                </a:solidFill>
                <a:latin typeface="Arial" pitchFamily="34" charset="0"/>
                <a:cs typeface="Arial" pitchFamily="34" charset="0"/>
              </a:defRPr>
            </a:lvl2pPr>
            <a:lvl3pPr>
              <a:defRPr sz="1800">
                <a:solidFill>
                  <a:schemeClr val="tx1"/>
                </a:solidFill>
                <a:latin typeface="Arial" pitchFamily="34" charset="0"/>
                <a:cs typeface="Arial" pitchFamily="34" charset="0"/>
              </a:defRPr>
            </a:lvl3pPr>
            <a:lvl4pPr>
              <a:defRPr sz="1800">
                <a:solidFill>
                  <a:schemeClr val="tx1"/>
                </a:solidFill>
                <a:latin typeface="Arial" pitchFamily="34" charset="0"/>
                <a:cs typeface="Arial" pitchFamily="34" charset="0"/>
              </a:defRPr>
            </a:lvl4pPr>
            <a:lvl5pPr>
              <a:defRPr sz="1800">
                <a:solidFill>
                  <a:schemeClr val="tx1"/>
                </a:solidFill>
                <a:latin typeface="Arial" pitchFamily="34" charset="0"/>
                <a:cs typeface="Arial" pitchFamily="34" charset="0"/>
              </a:defRPr>
            </a:lvl5pPr>
          </a:lstStyle>
          <a:p>
            <a:pPr lvl="0"/>
            <a:r>
              <a:rPr lang="en-US" dirty="0"/>
              <a:t>&lt;Insert Briefing text&gt;</a:t>
            </a:r>
            <a:endParaRPr lang="en-GB" dirty="0"/>
          </a:p>
        </p:txBody>
      </p:sp>
      <p:cxnSp>
        <p:nvCxnSpPr>
          <p:cNvPr id="11" name="header_line">
            <a:extLst>
              <a:ext uri="{FF2B5EF4-FFF2-40B4-BE49-F238E27FC236}">
                <a16:creationId xmlns:a16="http://schemas.microsoft.com/office/drawing/2014/main" id="{C85FC91A-356E-42BA-A1FF-A25B764BD06C}"/>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12" name="ff_icon">
            <a:extLst>
              <a:ext uri="{FF2B5EF4-FFF2-40B4-BE49-F238E27FC236}">
                <a16:creationId xmlns:a16="http://schemas.microsoft.com/office/drawing/2014/main" id="{7C50C50D-C5E0-4F42-B170-D7DBAFE3CA91}"/>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13" name="Rectangle 5">
              <a:extLst>
                <a:ext uri="{FF2B5EF4-FFF2-40B4-BE49-F238E27FC236}">
                  <a16:creationId xmlns:a16="http://schemas.microsoft.com/office/drawing/2014/main" id="{628E1320-6A04-4386-993F-D8A0874D52BC}"/>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4" name="Rectangle 6">
              <a:extLst>
                <a:ext uri="{FF2B5EF4-FFF2-40B4-BE49-F238E27FC236}">
                  <a16:creationId xmlns:a16="http://schemas.microsoft.com/office/drawing/2014/main" id="{A9D3B9CF-6345-421A-BC5F-2072A44524DA}"/>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5" name="Rectangle 7">
              <a:extLst>
                <a:ext uri="{FF2B5EF4-FFF2-40B4-BE49-F238E27FC236}">
                  <a16:creationId xmlns:a16="http://schemas.microsoft.com/office/drawing/2014/main" id="{9C3C45AA-C0F9-40C4-AC05-76B5ED1743DD}"/>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
        <p:nvSpPr>
          <p:cNvPr id="16" name="title_element">
            <a:extLst>
              <a:ext uri="{FF2B5EF4-FFF2-40B4-BE49-F238E27FC236}">
                <a16:creationId xmlns:a16="http://schemas.microsoft.com/office/drawing/2014/main" id="{D531B886-3078-4449-B7BC-8176D39B6E03}"/>
              </a:ext>
            </a:extLst>
          </p:cNvPr>
          <p:cNvSpPr>
            <a:spLocks noGrp="1"/>
          </p:cNvSpPr>
          <p:nvPr>
            <p:ph type="title" hasCustomPrompt="1"/>
          </p:nvPr>
        </p:nvSpPr>
        <p:spPr>
          <a:xfrm>
            <a:off x="250828" y="727200"/>
            <a:ext cx="8642348" cy="886397"/>
          </a:xfrm>
          <a:prstGeom prst="rect">
            <a:avLst/>
          </a:prstGeom>
        </p:spPr>
        <p:txBody>
          <a:bodyPr wrap="square" lIns="0" tIns="0" rIns="0" bIns="0" anchor="t">
            <a:spAutoFit/>
          </a:bodyPr>
          <a:lstStyle>
            <a:lvl1pPr algn="l">
              <a:lnSpc>
                <a:spcPct val="90000"/>
              </a:lnSpc>
              <a:defRPr sz="3200" b="1">
                <a:solidFill>
                  <a:schemeClr val="bg2"/>
                </a:solidFill>
                <a:latin typeface="+mj-lt"/>
                <a:cs typeface="Arial" pitchFamily="34" charset="0"/>
              </a:defRPr>
            </a:lvl1pPr>
          </a:lstStyle>
          <a:p>
            <a:r>
              <a:rPr lang="en-GB" dirty="0"/>
              <a:t>Briefing and Signals</a:t>
            </a:r>
            <a:br>
              <a:rPr lang="en-GB" dirty="0"/>
            </a:br>
            <a:r>
              <a:rPr lang="en-GB" dirty="0"/>
              <a:t>(second line)</a:t>
            </a:r>
            <a:endParaRPr lang="en-US" dirty="0"/>
          </a:p>
        </p:txBody>
      </p:sp>
    </p:spTree>
    <p:extLst>
      <p:ext uri="{BB962C8B-B14F-4D97-AF65-F5344CB8AC3E}">
        <p14:creationId xmlns:p14="http://schemas.microsoft.com/office/powerpoint/2010/main" val="547844212"/>
      </p:ext>
    </p:extLst>
  </p:cSld>
  <p:clrMapOvr>
    <a:masterClrMapping/>
  </p:clrMapOvr>
  <p:extLst>
    <p:ext uri="{DCECCB84-F9BA-43D5-87BE-67443E8EF086}">
      <p15:sldGuideLst xmlns:p15="http://schemas.microsoft.com/office/powerpoint/2012/main">
        <p15:guide id="2" orient="horz" pos="4020" userDrawn="1">
          <p15:clr>
            <a:srgbClr val="FBAE40"/>
          </p15:clr>
        </p15:guide>
        <p15:guide id="3" orient="horz" pos="323" userDrawn="1">
          <p15:clr>
            <a:srgbClr val="FBAE40"/>
          </p15:clr>
        </p15:guide>
        <p15:guide id="4" orient="horz" pos="109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page_no"/>
          <p:cNvSpPr txBox="1"/>
          <p:nvPr/>
        </p:nvSpPr>
        <p:spPr>
          <a:xfrm>
            <a:off x="8662880" y="6528581"/>
            <a:ext cx="309701"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15" name="footer"/>
          <p:cNvSpPr>
            <a:spLocks noGrp="1"/>
          </p:cNvSpPr>
          <p:nvPr>
            <p:ph type="body" sz="quarter" idx="10" hasCustomPrompt="1"/>
          </p:nvPr>
        </p:nvSpPr>
        <p:spPr>
          <a:xfrm>
            <a:off x="250825" y="6528581"/>
            <a:ext cx="8363222" cy="194925"/>
          </a:xfrm>
          <a:prstGeom prst="rect">
            <a:avLst/>
          </a:prstGeom>
        </p:spPr>
        <p:txBody>
          <a:bodyPr lIns="0" rIns="0" anchor="ctr">
            <a:noAutofit/>
          </a:bodyPr>
          <a:lstStyle>
            <a:lvl1pPr marL="0" marR="0" indent="0" algn="l" defTabSz="457189"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3" name="subtitle_element"/>
          <p:cNvSpPr>
            <a:spLocks noGrp="1"/>
          </p:cNvSpPr>
          <p:nvPr>
            <p:ph idx="1" hasCustomPrompt="1"/>
          </p:nvPr>
        </p:nvSpPr>
        <p:spPr>
          <a:xfrm>
            <a:off x="250828" y="1844675"/>
            <a:ext cx="8642348" cy="4608515"/>
          </a:xfrm>
          <a:prstGeom prst="rect">
            <a:avLst/>
          </a:prstGeom>
        </p:spPr>
        <p:txBody>
          <a:bodyPr lIns="0" tIns="0" rIns="0" bIns="0">
            <a:noAutofit/>
          </a:bodyPr>
          <a:lstStyle>
            <a:lvl1pPr marL="0" indent="0">
              <a:lnSpc>
                <a:spcPct val="90000"/>
              </a:lnSpc>
              <a:spcBef>
                <a:spcPts val="0"/>
              </a:spcBef>
              <a:spcAft>
                <a:spcPts val="1200"/>
              </a:spcAft>
              <a:buClrTx/>
              <a:buSzPct val="145000"/>
              <a:buFont typeface="Georgia" panose="02040502050405020303" pitchFamily="18" charset="0"/>
              <a:buNone/>
              <a:defRPr lang="en-GB" sz="1200" kern="1200" baseline="0" dirty="0">
                <a:solidFill>
                  <a:schemeClr val="tx1"/>
                </a:solidFill>
                <a:latin typeface="+mn-lt"/>
                <a:ea typeface="+mn-ea"/>
                <a:cs typeface="Arial" pitchFamily="34" charset="0"/>
              </a:defRPr>
            </a:lvl1pPr>
            <a:lvl2pPr marL="180975" indent="-180975">
              <a:lnSpc>
                <a:spcPct val="90000"/>
              </a:lnSpc>
              <a:spcBef>
                <a:spcPts val="0"/>
              </a:spcBef>
              <a:spcAft>
                <a:spcPts val="1200"/>
              </a:spcAft>
              <a:buClrTx/>
              <a:buSzPct val="145000"/>
              <a:buFont typeface="Georgia" panose="02040502050405020303" pitchFamily="18" charset="0"/>
              <a:buChar char="­"/>
              <a:tabLst/>
              <a:defRPr lang="en-GB" sz="1200" kern="1200" baseline="0" dirty="0">
                <a:solidFill>
                  <a:schemeClr val="tx1"/>
                </a:solidFill>
                <a:latin typeface="+mn-lt"/>
                <a:ea typeface="+mn-ea"/>
                <a:cs typeface="Arial" pitchFamily="34" charset="0"/>
              </a:defRPr>
            </a:lvl2pPr>
            <a:lvl3pPr marL="982638" indent="-266693">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GB" dirty="0"/>
              <a:t>First level content</a:t>
            </a:r>
          </a:p>
          <a:p>
            <a:pPr lvl="1"/>
            <a:r>
              <a:rPr lang="en-GB" dirty="0"/>
              <a:t>Second level content</a:t>
            </a:r>
          </a:p>
        </p:txBody>
      </p:sp>
      <p:sp>
        <p:nvSpPr>
          <p:cNvPr id="16" name="title_element"/>
          <p:cNvSpPr>
            <a:spLocks noGrp="1"/>
          </p:cNvSpPr>
          <p:nvPr>
            <p:ph type="title" hasCustomPrompt="1"/>
          </p:nvPr>
        </p:nvSpPr>
        <p:spPr>
          <a:xfrm>
            <a:off x="250828" y="727200"/>
            <a:ext cx="8642348" cy="886397"/>
          </a:xfrm>
          <a:prstGeom prst="rect">
            <a:avLst/>
          </a:prstGeom>
        </p:spPr>
        <p:txBody>
          <a:bodyPr wrap="square" lIns="0" tIns="0" rIns="0" bIns="0" anchor="t">
            <a:spAutoFit/>
          </a:bodyPr>
          <a:lstStyle>
            <a:lvl1pPr algn="l">
              <a:lnSpc>
                <a:spcPct val="90000"/>
              </a:lnSpc>
              <a:defRPr sz="3200" b="1">
                <a:solidFill>
                  <a:schemeClr val="bg2"/>
                </a:solidFill>
                <a:latin typeface="+mj-lt"/>
                <a:cs typeface="Arial" pitchFamily="34" charset="0"/>
              </a:defRPr>
            </a:lvl1pPr>
          </a:lstStyle>
          <a:p>
            <a:r>
              <a:rPr lang="en-GB" dirty="0"/>
              <a:t>Insert slide title</a:t>
            </a:r>
            <a:br>
              <a:rPr lang="en-GB" dirty="0"/>
            </a:br>
            <a:r>
              <a:rPr lang="en-GB" dirty="0"/>
              <a:t>(second line)</a:t>
            </a:r>
            <a:endParaRPr lang="en-US" dirty="0"/>
          </a:p>
        </p:txBody>
      </p:sp>
      <p:cxnSp>
        <p:nvCxnSpPr>
          <p:cNvPr id="11" name="header_line">
            <a:extLst>
              <a:ext uri="{FF2B5EF4-FFF2-40B4-BE49-F238E27FC236}">
                <a16:creationId xmlns:a16="http://schemas.microsoft.com/office/drawing/2014/main" id="{7E55D2DA-50A6-4217-9DE4-EEE28E3B001E}"/>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12" name="ff_icon">
            <a:extLst>
              <a:ext uri="{FF2B5EF4-FFF2-40B4-BE49-F238E27FC236}">
                <a16:creationId xmlns:a16="http://schemas.microsoft.com/office/drawing/2014/main" id="{CEAEC064-9C79-4C35-B0E4-D6D5E1B744DE}"/>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13" name="Rectangle 5">
              <a:extLst>
                <a:ext uri="{FF2B5EF4-FFF2-40B4-BE49-F238E27FC236}">
                  <a16:creationId xmlns:a16="http://schemas.microsoft.com/office/drawing/2014/main" id="{CFE2809C-AA10-4A51-941B-A9A8608FA8C3}"/>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4" name="Rectangle 6">
              <a:extLst>
                <a:ext uri="{FF2B5EF4-FFF2-40B4-BE49-F238E27FC236}">
                  <a16:creationId xmlns:a16="http://schemas.microsoft.com/office/drawing/2014/main" id="{0C31E424-972C-4D5E-9529-5A3A952EFF25}"/>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7" name="Rectangle 7">
              <a:extLst>
                <a:ext uri="{FF2B5EF4-FFF2-40B4-BE49-F238E27FC236}">
                  <a16:creationId xmlns:a16="http://schemas.microsoft.com/office/drawing/2014/main" id="{92C67F9D-0587-4A94-8FDF-D264C305A880}"/>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3172423342"/>
      </p:ext>
    </p:extLst>
  </p:cSld>
  <p:clrMapOvr>
    <a:masterClrMapping/>
  </p:clrMapOvr>
  <p:transition/>
  <p:extLst>
    <p:ext uri="{DCECCB84-F9BA-43D5-87BE-67443E8EF086}">
      <p15:sldGuideLst xmlns:p15="http://schemas.microsoft.com/office/powerpoint/2012/main">
        <p15:guide id="2" orient="horz" pos="1026" userDrawn="1">
          <p15:clr>
            <a:srgbClr val="FBAE40"/>
          </p15:clr>
        </p15:guide>
        <p15:guide id="3" orient="horz" pos="11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Innovation Slide Layout" preserve="1" userDrawn="1">
  <p:cSld name="Innovation Slide A">
    <p:spTree>
      <p:nvGrpSpPr>
        <p:cNvPr id="1" name="Shape 20"/>
        <p:cNvGrpSpPr/>
        <p:nvPr/>
      </p:nvGrpSpPr>
      <p:grpSpPr>
        <a:xfrm>
          <a:off x="0" y="0"/>
          <a:ext cx="0" cy="0"/>
          <a:chOff x="0" y="0"/>
          <a:chExt cx="0" cy="0"/>
        </a:xfrm>
      </p:grpSpPr>
      <p:graphicFrame>
        <p:nvGraphicFramePr>
          <p:cNvPr id="18" name="Table 2">
            <a:extLst>
              <a:ext uri="{FF2B5EF4-FFF2-40B4-BE49-F238E27FC236}">
                <a16:creationId xmlns:a16="http://schemas.microsoft.com/office/drawing/2014/main" id="{DCCE4F7E-5A3D-42F5-AE58-257AE4E95E2A}"/>
              </a:ext>
            </a:extLst>
          </p:cNvPr>
          <p:cNvGraphicFramePr>
            <a:graphicFrameLocks noGrp="1"/>
          </p:cNvGraphicFramePr>
          <p:nvPr userDrawn="1">
            <p:extLst>
              <p:ext uri="{D42A27DB-BD31-4B8C-83A1-F6EECF244321}">
                <p14:modId xmlns:p14="http://schemas.microsoft.com/office/powerpoint/2010/main" val="338458962"/>
              </p:ext>
            </p:extLst>
          </p:nvPr>
        </p:nvGraphicFramePr>
        <p:xfrm>
          <a:off x="4608513" y="5730502"/>
          <a:ext cx="4284663" cy="726912"/>
        </p:xfrm>
        <a:graphic>
          <a:graphicData uri="http://schemas.openxmlformats.org/drawingml/2006/table">
            <a:tbl>
              <a:tblPr firstRow="1" bandRow="1">
                <a:tableStyleId>{5C22544A-7EE6-4342-B048-85BDC9FD1C3A}</a:tableStyleId>
              </a:tblPr>
              <a:tblGrid>
                <a:gridCol w="4284663">
                  <a:extLst>
                    <a:ext uri="{9D8B030D-6E8A-4147-A177-3AD203B41FA5}">
                      <a16:colId xmlns:a16="http://schemas.microsoft.com/office/drawing/2014/main" val="2980058820"/>
                    </a:ext>
                  </a:extLst>
                </a:gridCol>
              </a:tblGrid>
              <a:tr h="0">
                <a:tc>
                  <a:txBody>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lang="en-GB" sz="1800" b="1" dirty="0">
                          <a:solidFill>
                            <a:srgbClr val="FFFFFF"/>
                          </a:solidFill>
                          <a:latin typeface="+mj-lt"/>
                          <a:ea typeface="Arial"/>
                          <a:cs typeface="Arial"/>
                          <a:sym typeface="Arial"/>
                        </a:rPr>
                        <a:t>Related trends</a:t>
                      </a:r>
                      <a:endParaRPr lang="en-GB" sz="1800" dirty="0">
                        <a:latin typeface="+mj-lt"/>
                      </a:endParaRPr>
                    </a:p>
                  </a:txBody>
                  <a:tcPr marT="72000" marB="72000">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57875469"/>
                  </a:ext>
                </a:extLst>
              </a:tr>
              <a:tr h="0">
                <a:tc>
                  <a:txBody>
                    <a:bodyPr/>
                    <a:lstStyle/>
                    <a:p>
                      <a:pPr marL="0" marR="0" lvl="0" indent="0" algn="l" rtl="0">
                        <a:lnSpc>
                          <a:spcPct val="90000"/>
                        </a:lnSpc>
                        <a:spcBef>
                          <a:spcPts val="0"/>
                        </a:spcBef>
                        <a:spcAft>
                          <a:spcPts val="0"/>
                        </a:spcAft>
                        <a:buClr>
                          <a:schemeClr val="lt1"/>
                        </a:buClr>
                        <a:buSzPts val="1200"/>
                        <a:buFont typeface="Arial"/>
                        <a:buNone/>
                      </a:pPr>
                      <a:endParaRPr lang="en-GB" sz="1400" dirty="0"/>
                    </a:p>
                  </a:txBody>
                  <a:tcPr marT="72000" marB="72000">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33494241"/>
                  </a:ext>
                </a:extLst>
              </a:tr>
            </a:tbl>
          </a:graphicData>
        </a:graphic>
      </p:graphicFrame>
      <p:sp>
        <p:nvSpPr>
          <p:cNvPr id="16" name="Text Placeholder 14">
            <a:extLst>
              <a:ext uri="{FF2B5EF4-FFF2-40B4-BE49-F238E27FC236}">
                <a16:creationId xmlns:a16="http://schemas.microsoft.com/office/drawing/2014/main" id="{C30E471F-105C-4468-903B-585B8A2B7647}"/>
              </a:ext>
            </a:extLst>
          </p:cNvPr>
          <p:cNvSpPr>
            <a:spLocks noGrp="1"/>
          </p:cNvSpPr>
          <p:nvPr>
            <p:ph type="body" sz="quarter" idx="10" hasCustomPrompt="1"/>
          </p:nvPr>
        </p:nvSpPr>
        <p:spPr>
          <a:xfrm>
            <a:off x="250825" y="6524625"/>
            <a:ext cx="8363222" cy="194925"/>
          </a:xfrm>
          <a:prstGeom prst="rect">
            <a:avLst/>
          </a:prstGeom>
        </p:spPr>
        <p:txBody>
          <a:bodyPr lIns="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12" name="Text Placeholder 19">
            <a:extLst>
              <a:ext uri="{FF2B5EF4-FFF2-40B4-BE49-F238E27FC236}">
                <a16:creationId xmlns:a16="http://schemas.microsoft.com/office/drawing/2014/main" id="{DDB6A630-CEBD-4D11-958D-AFE1FBF57E88}"/>
              </a:ext>
            </a:extLst>
          </p:cNvPr>
          <p:cNvSpPr>
            <a:spLocks noGrp="1"/>
          </p:cNvSpPr>
          <p:nvPr>
            <p:ph type="body" sz="quarter" idx="14"/>
          </p:nvPr>
        </p:nvSpPr>
        <p:spPr>
          <a:xfrm>
            <a:off x="4608513" y="6132934"/>
            <a:ext cx="4284663" cy="327023"/>
          </a:xfrm>
          <a:prstGeom prst="rect">
            <a:avLst/>
          </a:prstGeom>
        </p:spPr>
        <p:txBody>
          <a:bodyPr tIns="18000" bIns="36000" anchor="ctr"/>
          <a:lstStyle>
            <a:lvl1pPr marL="0" indent="0" algn="l">
              <a:spcBef>
                <a:spcPts val="0"/>
              </a:spcBef>
              <a:defRPr sz="1400">
                <a:solidFill>
                  <a:schemeClr val="bg1"/>
                </a:solidFill>
                <a:latin typeface="+mn-lt"/>
              </a:defRPr>
            </a:lvl1pPr>
            <a:lvl2pPr>
              <a:defRPr sz="1200"/>
            </a:lvl2pPr>
            <a:lvl3pPr>
              <a:defRPr sz="1200"/>
            </a:lvl3pPr>
            <a:lvl4pPr>
              <a:defRPr sz="1200"/>
            </a:lvl4pPr>
            <a:lvl5pPr>
              <a:defRPr sz="1200"/>
            </a:lvl5pPr>
          </a:lstStyle>
          <a:p>
            <a:pPr lvl="0"/>
            <a:r>
              <a:rPr lang="en-US" dirty="0"/>
              <a:t>Click to edit Master text styles</a:t>
            </a:r>
          </a:p>
        </p:txBody>
      </p:sp>
      <p:sp>
        <p:nvSpPr>
          <p:cNvPr id="13" name="Text Placeholder 11">
            <a:extLst>
              <a:ext uri="{FF2B5EF4-FFF2-40B4-BE49-F238E27FC236}">
                <a16:creationId xmlns:a16="http://schemas.microsoft.com/office/drawing/2014/main" id="{E509EA13-715B-4DF8-A62D-31D17DA3D486}"/>
              </a:ext>
            </a:extLst>
          </p:cNvPr>
          <p:cNvSpPr>
            <a:spLocks noGrp="1"/>
          </p:cNvSpPr>
          <p:nvPr>
            <p:ph type="body" sz="quarter" idx="11" hasCustomPrompt="1"/>
          </p:nvPr>
        </p:nvSpPr>
        <p:spPr>
          <a:xfrm>
            <a:off x="250824" y="1701937"/>
            <a:ext cx="4284664" cy="3896143"/>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7" name="TextBox 16">
            <a:extLst>
              <a:ext uri="{FF2B5EF4-FFF2-40B4-BE49-F238E27FC236}">
                <a16:creationId xmlns:a16="http://schemas.microsoft.com/office/drawing/2014/main" id="{9C369B6F-251C-4848-9BF0-566637948943}"/>
              </a:ext>
            </a:extLst>
          </p:cNvPr>
          <p:cNvSpPr txBox="1"/>
          <p:nvPr userDrawn="1"/>
        </p:nvSpPr>
        <p:spPr>
          <a:xfrm>
            <a:off x="8662881" y="6524625"/>
            <a:ext cx="309700"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15" name="subtitle_element">
            <a:extLst>
              <a:ext uri="{FF2B5EF4-FFF2-40B4-BE49-F238E27FC236}">
                <a16:creationId xmlns:a16="http://schemas.microsoft.com/office/drawing/2014/main" id="{8F04C0ED-F213-481A-BD65-E8DD4DFE0E2D}"/>
              </a:ext>
            </a:extLst>
          </p:cNvPr>
          <p:cNvSpPr>
            <a:spLocks noGrp="1"/>
          </p:cNvSpPr>
          <p:nvPr>
            <p:ph type="body" sz="quarter" idx="12"/>
          </p:nvPr>
        </p:nvSpPr>
        <p:spPr>
          <a:xfrm>
            <a:off x="250825" y="1206000"/>
            <a:ext cx="8642350" cy="276999"/>
          </a:xfrm>
          <a:prstGeom prst="rect">
            <a:avLst/>
          </a:prstGeom>
        </p:spPr>
        <p:txBody>
          <a:bodyPr lIns="0" tIns="0" rIns="0" bIns="0">
            <a:spAutoFit/>
          </a:bodyPr>
          <a:lstStyle>
            <a:lvl1pPr>
              <a:lnSpc>
                <a:spcPct val="90000"/>
              </a:lnSpc>
              <a:spcBef>
                <a:spcPts val="0"/>
              </a:spcBef>
              <a:defRPr sz="2000">
                <a:solidFill>
                  <a:schemeClr val="bg2"/>
                </a:solidFill>
                <a:latin typeface="+mj-lt"/>
              </a:defRPr>
            </a:lvl1pPr>
            <a:lvl2pPr>
              <a:defRPr sz="2000"/>
            </a:lvl2pPr>
            <a:lvl3pPr>
              <a:defRPr sz="2000"/>
            </a:lvl3pPr>
            <a:lvl4pPr>
              <a:defRPr sz="2000"/>
            </a:lvl4pPr>
            <a:lvl5pPr>
              <a:defRPr sz="2000"/>
            </a:lvl5pPr>
          </a:lstStyle>
          <a:p>
            <a:pPr lvl="0"/>
            <a:r>
              <a:rPr lang="en-US" dirty="0"/>
              <a:t>Click to edit Master text styles</a:t>
            </a:r>
          </a:p>
        </p:txBody>
      </p:sp>
      <p:sp>
        <p:nvSpPr>
          <p:cNvPr id="14" name="title_element">
            <a:extLst>
              <a:ext uri="{FF2B5EF4-FFF2-40B4-BE49-F238E27FC236}">
                <a16:creationId xmlns:a16="http://schemas.microsoft.com/office/drawing/2014/main" id="{B6B80158-A444-40B7-82FC-D6200072594C}"/>
              </a:ext>
            </a:extLst>
          </p:cNvPr>
          <p:cNvSpPr>
            <a:spLocks noGrp="1"/>
          </p:cNvSpPr>
          <p:nvPr>
            <p:ph type="title" hasCustomPrompt="1"/>
          </p:nvPr>
        </p:nvSpPr>
        <p:spPr>
          <a:xfrm>
            <a:off x="250826" y="727200"/>
            <a:ext cx="8642348" cy="387798"/>
          </a:xfrm>
          <a:prstGeom prst="rect">
            <a:avLst/>
          </a:prstGeom>
        </p:spPr>
        <p:txBody>
          <a:bodyPr wrap="square" lIns="0" tIns="0" rIns="0" bIns="0" anchor="t">
            <a:spAutoFit/>
          </a:bodyPr>
          <a:lstStyle>
            <a:lvl1pPr algn="l">
              <a:lnSpc>
                <a:spcPct val="90000"/>
              </a:lnSpc>
              <a:defRPr sz="2800" b="1">
                <a:solidFill>
                  <a:schemeClr val="bg2"/>
                </a:solidFill>
                <a:latin typeface="+mj-lt"/>
                <a:cs typeface="Arial" pitchFamily="34" charset="0"/>
              </a:defRPr>
            </a:lvl1pPr>
          </a:lstStyle>
          <a:p>
            <a:r>
              <a:rPr lang="en-GB" dirty="0"/>
              <a:t>Insert slide title</a:t>
            </a:r>
            <a:endParaRPr lang="en-US" dirty="0"/>
          </a:p>
        </p:txBody>
      </p:sp>
      <p:cxnSp>
        <p:nvCxnSpPr>
          <p:cNvPr id="22" name="header_line">
            <a:extLst>
              <a:ext uri="{FF2B5EF4-FFF2-40B4-BE49-F238E27FC236}">
                <a16:creationId xmlns:a16="http://schemas.microsoft.com/office/drawing/2014/main" id="{84EF95B2-05C8-4D00-A1A3-E59ABD62DC90}"/>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3" name="ff_icon">
            <a:extLst>
              <a:ext uri="{FF2B5EF4-FFF2-40B4-BE49-F238E27FC236}">
                <a16:creationId xmlns:a16="http://schemas.microsoft.com/office/drawing/2014/main" id="{41DAC1DE-51F5-4071-A514-D0AD97A6B6CE}"/>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4" name="Rectangle 5">
              <a:extLst>
                <a:ext uri="{FF2B5EF4-FFF2-40B4-BE49-F238E27FC236}">
                  <a16:creationId xmlns:a16="http://schemas.microsoft.com/office/drawing/2014/main" id="{20E07E32-F91C-4B44-B289-3F6C2B344972}"/>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5" name="Rectangle 6">
              <a:extLst>
                <a:ext uri="{FF2B5EF4-FFF2-40B4-BE49-F238E27FC236}">
                  <a16:creationId xmlns:a16="http://schemas.microsoft.com/office/drawing/2014/main" id="{D8F53042-2CF4-4DEB-B741-88476D2A7FE1}"/>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6" name="Rectangle 7">
              <a:extLst>
                <a:ext uri="{FF2B5EF4-FFF2-40B4-BE49-F238E27FC236}">
                  <a16:creationId xmlns:a16="http://schemas.microsoft.com/office/drawing/2014/main" id="{3886CB89-AD65-4138-BD5A-30BA4287A8B2}"/>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3728736212"/>
      </p:ext>
    </p:extLst>
  </p:cSld>
  <p:clrMapOvr>
    <a:masterClrMapping/>
  </p:clrMapOvr>
  <p:extLst>
    <p:ext uri="{DCECCB84-F9BA-43D5-87BE-67443E8EF086}">
      <p15:sldGuideLst xmlns:p15="http://schemas.microsoft.com/office/powerpoint/2012/main">
        <p15:guide id="1" pos="2857">
          <p15:clr>
            <a:srgbClr val="FBAE40"/>
          </p15:clr>
        </p15:guide>
        <p15:guide id="2" pos="2903">
          <p15:clr>
            <a:srgbClr val="FBAE40"/>
          </p15:clr>
        </p15:guide>
        <p15:guide id="3" pos="158">
          <p15:clr>
            <a:srgbClr val="FBAE40"/>
          </p15:clr>
        </p15:guide>
        <p15:guide id="4" pos="5602">
          <p15:clr>
            <a:srgbClr val="FBAE40"/>
          </p15:clr>
        </p15:guide>
        <p15:guide id="5" orient="horz" pos="4065" userDrawn="1">
          <p15:clr>
            <a:srgbClr val="FBAE40"/>
          </p15:clr>
        </p15:guide>
        <p15:guide id="7" orient="horz" pos="107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Innovation Slide Layout" preserve="1" userDrawn="1">
  <p:cSld name="Innovation Slide Layout B">
    <p:spTree>
      <p:nvGrpSpPr>
        <p:cNvPr id="1" name="Shape 20"/>
        <p:cNvGrpSpPr/>
        <p:nvPr/>
      </p:nvGrpSpPr>
      <p:grpSpPr>
        <a:xfrm>
          <a:off x="0" y="0"/>
          <a:ext cx="0" cy="0"/>
          <a:chOff x="0" y="0"/>
          <a:chExt cx="0" cy="0"/>
        </a:xfrm>
      </p:grpSpPr>
      <p:graphicFrame>
        <p:nvGraphicFramePr>
          <p:cNvPr id="23" name="Table 2">
            <a:extLst>
              <a:ext uri="{FF2B5EF4-FFF2-40B4-BE49-F238E27FC236}">
                <a16:creationId xmlns:a16="http://schemas.microsoft.com/office/drawing/2014/main" id="{897397EF-8C00-4328-B084-ECBF079A9E5A}"/>
              </a:ext>
            </a:extLst>
          </p:cNvPr>
          <p:cNvGraphicFramePr>
            <a:graphicFrameLocks noGrp="1"/>
          </p:cNvGraphicFramePr>
          <p:nvPr userDrawn="1">
            <p:extLst>
              <p:ext uri="{D42A27DB-BD31-4B8C-83A1-F6EECF244321}">
                <p14:modId xmlns:p14="http://schemas.microsoft.com/office/powerpoint/2010/main" val="3607045754"/>
              </p:ext>
            </p:extLst>
          </p:nvPr>
        </p:nvGraphicFramePr>
        <p:xfrm>
          <a:off x="4608515" y="5540103"/>
          <a:ext cx="4284663" cy="918866"/>
        </p:xfrm>
        <a:graphic>
          <a:graphicData uri="http://schemas.openxmlformats.org/drawingml/2006/table">
            <a:tbl>
              <a:tblPr firstRow="1" bandRow="1">
                <a:tableStyleId>{5C22544A-7EE6-4342-B048-85BDC9FD1C3A}</a:tableStyleId>
              </a:tblPr>
              <a:tblGrid>
                <a:gridCol w="4284663">
                  <a:extLst>
                    <a:ext uri="{9D8B030D-6E8A-4147-A177-3AD203B41FA5}">
                      <a16:colId xmlns:a16="http://schemas.microsoft.com/office/drawing/2014/main" val="2980058820"/>
                    </a:ext>
                  </a:extLst>
                </a:gridCol>
              </a:tblGrid>
              <a:tr h="389433">
                <a:tc>
                  <a:txBody>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lang="en-GB" sz="1800" b="1" dirty="0">
                          <a:solidFill>
                            <a:schemeClr val="bg1"/>
                          </a:solidFill>
                          <a:latin typeface="+mj-lt"/>
                          <a:ea typeface="Arial"/>
                          <a:cs typeface="Arial"/>
                          <a:sym typeface="Arial"/>
                        </a:rPr>
                        <a:t>Related trends</a:t>
                      </a:r>
                      <a:endParaRPr lang="en-GB" sz="1800" dirty="0">
                        <a:solidFill>
                          <a:schemeClr val="bg1"/>
                        </a:solidFill>
                        <a:latin typeface="+mj-lt"/>
                      </a:endParaRPr>
                    </a:p>
                  </a:txBody>
                  <a:tcPr marT="72000" marB="73152">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57875469"/>
                  </a:ext>
                </a:extLst>
              </a:tr>
              <a:tr h="526826">
                <a:tc>
                  <a:txBody>
                    <a:bodyPr/>
                    <a:lstStyle/>
                    <a:p>
                      <a:pPr marL="0" marR="0" lvl="0" indent="0" algn="l" rtl="0">
                        <a:lnSpc>
                          <a:spcPct val="90000"/>
                        </a:lnSpc>
                        <a:spcBef>
                          <a:spcPts val="0"/>
                        </a:spcBef>
                        <a:spcAft>
                          <a:spcPts val="0"/>
                        </a:spcAft>
                        <a:buClr>
                          <a:schemeClr val="lt1"/>
                        </a:buClr>
                        <a:buSzPts val="1200"/>
                        <a:buFont typeface="Arial"/>
                        <a:buNone/>
                      </a:pPr>
                      <a:endParaRPr lang="en-GB" sz="1400" dirty="0">
                        <a:solidFill>
                          <a:schemeClr val="bg1"/>
                        </a:solidFill>
                      </a:endParaRPr>
                    </a:p>
                  </a:txBody>
                  <a:tcPr marT="72000" marB="72000">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33494241"/>
                  </a:ext>
                </a:extLst>
              </a:tr>
            </a:tbl>
          </a:graphicData>
        </a:graphic>
      </p:graphicFrame>
      <p:sp>
        <p:nvSpPr>
          <p:cNvPr id="16" name="Text Placeholder 14">
            <a:extLst>
              <a:ext uri="{FF2B5EF4-FFF2-40B4-BE49-F238E27FC236}">
                <a16:creationId xmlns:a16="http://schemas.microsoft.com/office/drawing/2014/main" id="{C30E471F-105C-4468-903B-585B8A2B7647}"/>
              </a:ext>
            </a:extLst>
          </p:cNvPr>
          <p:cNvSpPr>
            <a:spLocks noGrp="1"/>
          </p:cNvSpPr>
          <p:nvPr>
            <p:ph type="body" sz="quarter" idx="10" hasCustomPrompt="1"/>
          </p:nvPr>
        </p:nvSpPr>
        <p:spPr>
          <a:xfrm>
            <a:off x="250825" y="6524625"/>
            <a:ext cx="8363222" cy="194925"/>
          </a:xfrm>
          <a:prstGeom prst="rect">
            <a:avLst/>
          </a:prstGeom>
        </p:spPr>
        <p:txBody>
          <a:bodyPr lIns="0" rIns="0" anchor="ctr">
            <a:noAutofit/>
          </a:bodyPr>
          <a:lstStyle>
            <a:lvl1pPr marL="0" marR="0" indent="0" algn="l" defTabSz="457189"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13" name="Text Placeholder 11">
            <a:extLst>
              <a:ext uri="{FF2B5EF4-FFF2-40B4-BE49-F238E27FC236}">
                <a16:creationId xmlns:a16="http://schemas.microsoft.com/office/drawing/2014/main" id="{E509EA13-715B-4DF8-A62D-31D17DA3D486}"/>
              </a:ext>
            </a:extLst>
          </p:cNvPr>
          <p:cNvSpPr>
            <a:spLocks noGrp="1"/>
          </p:cNvSpPr>
          <p:nvPr>
            <p:ph type="body" sz="quarter" idx="11" hasCustomPrompt="1"/>
          </p:nvPr>
        </p:nvSpPr>
        <p:spPr>
          <a:xfrm>
            <a:off x="250824" y="1701937"/>
            <a:ext cx="4284664" cy="3768575"/>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7" name="TextBox 16">
            <a:extLst>
              <a:ext uri="{FF2B5EF4-FFF2-40B4-BE49-F238E27FC236}">
                <a16:creationId xmlns:a16="http://schemas.microsoft.com/office/drawing/2014/main" id="{9C369B6F-251C-4848-9BF0-566637948943}"/>
              </a:ext>
            </a:extLst>
          </p:cNvPr>
          <p:cNvSpPr txBox="1"/>
          <p:nvPr userDrawn="1"/>
        </p:nvSpPr>
        <p:spPr>
          <a:xfrm>
            <a:off x="8662880" y="6524625"/>
            <a:ext cx="309701"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28" name="Text Placeholder 19">
            <a:extLst>
              <a:ext uri="{FF2B5EF4-FFF2-40B4-BE49-F238E27FC236}">
                <a16:creationId xmlns:a16="http://schemas.microsoft.com/office/drawing/2014/main" id="{F1030C2A-6CA3-44D6-8822-08B99D6BC6AA}"/>
              </a:ext>
            </a:extLst>
          </p:cNvPr>
          <p:cNvSpPr>
            <a:spLocks noGrp="1"/>
          </p:cNvSpPr>
          <p:nvPr>
            <p:ph type="body" sz="quarter" idx="14"/>
          </p:nvPr>
        </p:nvSpPr>
        <p:spPr>
          <a:xfrm>
            <a:off x="4608515" y="5948762"/>
            <a:ext cx="4284663" cy="507600"/>
          </a:xfrm>
          <a:prstGeom prst="rect">
            <a:avLst/>
          </a:prstGeom>
        </p:spPr>
        <p:txBody>
          <a:bodyPr tIns="18000" bIns="36000" anchor="ctr"/>
          <a:lstStyle>
            <a:lvl1pPr marL="0" indent="0" algn="l">
              <a:spcBef>
                <a:spcPts val="0"/>
              </a:spcBef>
              <a:defRPr sz="1400">
                <a:solidFill>
                  <a:schemeClr val="bg1"/>
                </a:solidFill>
                <a:latin typeface="+mn-lt"/>
                <a:cs typeface="Arial" panose="020B0604020202020204" pitchFamily="34" charset="0"/>
              </a:defRPr>
            </a:lvl1pPr>
            <a:lvl2pPr>
              <a:defRPr sz="1200"/>
            </a:lvl2pPr>
            <a:lvl3pPr>
              <a:defRPr sz="1200"/>
            </a:lvl3pPr>
            <a:lvl4pPr>
              <a:defRPr sz="1200"/>
            </a:lvl4pPr>
            <a:lvl5pPr>
              <a:defRPr sz="1200"/>
            </a:lvl5pPr>
          </a:lstStyle>
          <a:p>
            <a:pPr lvl="0"/>
            <a:r>
              <a:rPr lang="en-US" dirty="0"/>
              <a:t>Click to edit Master text styles</a:t>
            </a:r>
          </a:p>
        </p:txBody>
      </p:sp>
      <p:sp>
        <p:nvSpPr>
          <p:cNvPr id="15" name="subtitle_element">
            <a:extLst>
              <a:ext uri="{FF2B5EF4-FFF2-40B4-BE49-F238E27FC236}">
                <a16:creationId xmlns:a16="http://schemas.microsoft.com/office/drawing/2014/main" id="{8F04C0ED-F213-481A-BD65-E8DD4DFE0E2D}"/>
              </a:ext>
            </a:extLst>
          </p:cNvPr>
          <p:cNvSpPr>
            <a:spLocks noGrp="1"/>
          </p:cNvSpPr>
          <p:nvPr>
            <p:ph type="body" sz="quarter" idx="12"/>
          </p:nvPr>
        </p:nvSpPr>
        <p:spPr>
          <a:xfrm>
            <a:off x="250827" y="1206000"/>
            <a:ext cx="8642350" cy="276999"/>
          </a:xfrm>
          <a:prstGeom prst="rect">
            <a:avLst/>
          </a:prstGeom>
        </p:spPr>
        <p:txBody>
          <a:bodyPr lIns="0" tIns="0" rIns="0" bIns="0">
            <a:spAutoFit/>
          </a:bodyPr>
          <a:lstStyle>
            <a:lvl1pPr>
              <a:lnSpc>
                <a:spcPct val="90000"/>
              </a:lnSpc>
              <a:spcBef>
                <a:spcPts val="0"/>
              </a:spcBef>
              <a:defRPr sz="2000">
                <a:solidFill>
                  <a:schemeClr val="bg2"/>
                </a:solidFill>
                <a:latin typeface="+mj-lt"/>
              </a:defRPr>
            </a:lvl1pPr>
            <a:lvl2pPr>
              <a:defRPr sz="2000"/>
            </a:lvl2pPr>
            <a:lvl3pPr>
              <a:defRPr sz="2000"/>
            </a:lvl3pPr>
            <a:lvl4pPr>
              <a:defRPr sz="2000"/>
            </a:lvl4pPr>
            <a:lvl5pPr>
              <a:defRPr sz="2000"/>
            </a:lvl5pPr>
          </a:lstStyle>
          <a:p>
            <a:pPr lvl="0"/>
            <a:r>
              <a:rPr lang="en-US" dirty="0"/>
              <a:t>Click to edit Master text styles</a:t>
            </a:r>
          </a:p>
        </p:txBody>
      </p:sp>
      <p:sp>
        <p:nvSpPr>
          <p:cNvPr id="14" name="title_element">
            <a:extLst>
              <a:ext uri="{FF2B5EF4-FFF2-40B4-BE49-F238E27FC236}">
                <a16:creationId xmlns:a16="http://schemas.microsoft.com/office/drawing/2014/main" id="{B6B80158-A444-40B7-82FC-D6200072594C}"/>
              </a:ext>
            </a:extLst>
          </p:cNvPr>
          <p:cNvSpPr>
            <a:spLocks noGrp="1"/>
          </p:cNvSpPr>
          <p:nvPr>
            <p:ph type="title" hasCustomPrompt="1"/>
          </p:nvPr>
        </p:nvSpPr>
        <p:spPr>
          <a:xfrm>
            <a:off x="250828" y="727200"/>
            <a:ext cx="8642348" cy="387798"/>
          </a:xfrm>
          <a:prstGeom prst="rect">
            <a:avLst/>
          </a:prstGeom>
        </p:spPr>
        <p:txBody>
          <a:bodyPr wrap="square" lIns="0" tIns="0" rIns="0" bIns="0" anchor="t">
            <a:spAutoFit/>
          </a:bodyPr>
          <a:lstStyle>
            <a:lvl1pPr algn="l">
              <a:lnSpc>
                <a:spcPct val="90000"/>
              </a:lnSpc>
              <a:defRPr sz="2800" b="1">
                <a:solidFill>
                  <a:schemeClr val="bg2"/>
                </a:solidFill>
                <a:latin typeface="+mj-lt"/>
                <a:cs typeface="Arial" pitchFamily="34" charset="0"/>
              </a:defRPr>
            </a:lvl1pPr>
          </a:lstStyle>
          <a:p>
            <a:r>
              <a:rPr lang="en-GB" dirty="0"/>
              <a:t>Insert slide title</a:t>
            </a:r>
            <a:endParaRPr lang="en-US" dirty="0"/>
          </a:p>
        </p:txBody>
      </p:sp>
      <p:cxnSp>
        <p:nvCxnSpPr>
          <p:cNvPr id="18" name="header_line">
            <a:extLst>
              <a:ext uri="{FF2B5EF4-FFF2-40B4-BE49-F238E27FC236}">
                <a16:creationId xmlns:a16="http://schemas.microsoft.com/office/drawing/2014/main" id="{31363646-CF16-4F69-8265-0AF8520F3951}"/>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2" name="ff_icon">
            <a:extLst>
              <a:ext uri="{FF2B5EF4-FFF2-40B4-BE49-F238E27FC236}">
                <a16:creationId xmlns:a16="http://schemas.microsoft.com/office/drawing/2014/main" id="{DB25C23C-A0C3-4BE5-86C1-BD4C29D26475}"/>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4" name="Rectangle 5">
              <a:extLst>
                <a:ext uri="{FF2B5EF4-FFF2-40B4-BE49-F238E27FC236}">
                  <a16:creationId xmlns:a16="http://schemas.microsoft.com/office/drawing/2014/main" id="{1CA6A6D5-9A02-4043-AE1D-61DABFE3F219}"/>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5" name="Rectangle 6">
              <a:extLst>
                <a:ext uri="{FF2B5EF4-FFF2-40B4-BE49-F238E27FC236}">
                  <a16:creationId xmlns:a16="http://schemas.microsoft.com/office/drawing/2014/main" id="{911289A6-2752-44F6-B039-3FD970C89280}"/>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6" name="Rectangle 7">
              <a:extLst>
                <a:ext uri="{FF2B5EF4-FFF2-40B4-BE49-F238E27FC236}">
                  <a16:creationId xmlns:a16="http://schemas.microsoft.com/office/drawing/2014/main" id="{182DA4F8-3AF6-4F8D-A048-A08F1B0D7894}"/>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841637199"/>
      </p:ext>
    </p:extLst>
  </p:cSld>
  <p:clrMapOvr>
    <a:masterClrMapping/>
  </p:clrMapOvr>
  <p:extLst>
    <p:ext uri="{DCECCB84-F9BA-43D5-87BE-67443E8EF086}">
      <p15:sldGuideLst xmlns:p15="http://schemas.microsoft.com/office/powerpoint/2012/main">
        <p15:guide id="1" pos="2857" userDrawn="1">
          <p15:clr>
            <a:srgbClr val="FBAE40"/>
          </p15:clr>
        </p15:guide>
        <p15:guide id="2" pos="2903" userDrawn="1">
          <p15:clr>
            <a:srgbClr val="FBAE40"/>
          </p15:clr>
        </p15:guide>
        <p15:guide id="5" orient="horz" pos="4065" userDrawn="1">
          <p15:clr>
            <a:srgbClr val="FBAE40"/>
          </p15:clr>
        </p15:guide>
        <p15:guide id="7" orient="horz" pos="107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at will happen next? GRI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FB1F9FA-CB2D-4C9F-B243-D323B57F5426}"/>
              </a:ext>
            </a:extLst>
          </p:cNvPr>
          <p:cNvSpPr>
            <a:spLocks noGrp="1"/>
          </p:cNvSpPr>
          <p:nvPr>
            <p:ph type="body" sz="quarter" idx="33" hasCustomPrompt="1"/>
          </p:nvPr>
        </p:nvSpPr>
        <p:spPr>
          <a:xfrm>
            <a:off x="250825"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5 years ago</a:t>
            </a:r>
            <a:endParaRPr lang="en-GB" dirty="0"/>
          </a:p>
        </p:txBody>
      </p:sp>
      <p:sp>
        <p:nvSpPr>
          <p:cNvPr id="31" name="Text Placeholder 4">
            <a:extLst>
              <a:ext uri="{FF2B5EF4-FFF2-40B4-BE49-F238E27FC236}">
                <a16:creationId xmlns:a16="http://schemas.microsoft.com/office/drawing/2014/main" id="{CA3E7928-4246-4C60-9946-DA1D920A4591}"/>
              </a:ext>
            </a:extLst>
          </p:cNvPr>
          <p:cNvSpPr>
            <a:spLocks noGrp="1"/>
          </p:cNvSpPr>
          <p:nvPr>
            <p:ph type="body" sz="quarter" idx="34" hasCustomPrompt="1"/>
          </p:nvPr>
        </p:nvSpPr>
        <p:spPr>
          <a:xfrm>
            <a:off x="3132000"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Now</a:t>
            </a:r>
            <a:endParaRPr lang="en-GB" dirty="0"/>
          </a:p>
        </p:txBody>
      </p:sp>
      <p:sp>
        <p:nvSpPr>
          <p:cNvPr id="33" name="Text Placeholder 4">
            <a:extLst>
              <a:ext uri="{FF2B5EF4-FFF2-40B4-BE49-F238E27FC236}">
                <a16:creationId xmlns:a16="http://schemas.microsoft.com/office/drawing/2014/main" id="{0091BAF5-E66C-404D-B98F-B491A60A2A61}"/>
              </a:ext>
            </a:extLst>
          </p:cNvPr>
          <p:cNvSpPr>
            <a:spLocks noGrp="1"/>
          </p:cNvSpPr>
          <p:nvPr>
            <p:ph type="body" sz="quarter" idx="35" hasCustomPrompt="1"/>
          </p:nvPr>
        </p:nvSpPr>
        <p:spPr>
          <a:xfrm>
            <a:off x="6013175"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In 5 years</a:t>
            </a:r>
            <a:endParaRPr lang="en-GB" dirty="0"/>
          </a:p>
        </p:txBody>
      </p:sp>
      <p:sp>
        <p:nvSpPr>
          <p:cNvPr id="17" name="TextBox 16"/>
          <p:cNvSpPr txBox="1"/>
          <p:nvPr userDrawn="1"/>
        </p:nvSpPr>
        <p:spPr>
          <a:xfrm>
            <a:off x="8662881" y="6528581"/>
            <a:ext cx="309700" cy="194925"/>
          </a:xfrm>
          <a:prstGeom prst="rect">
            <a:avLst/>
          </a:prstGeom>
          <a:noFill/>
        </p:spPr>
        <p:txBody>
          <a:bodyPr wrap="none" rtlCol="0" anchor="ctr">
            <a:spAutoFit/>
          </a:bodyPr>
          <a:lstStyle/>
          <a:p>
            <a:pPr algn="r">
              <a:lnSpc>
                <a:spcPts val="800"/>
              </a:lnSpc>
            </a:pPr>
            <a:fld id="{0E0A9B4E-19F2-4E81-81C4-98D63547DE75}" type="slidenum">
              <a:rPr lang="en-GB" sz="800" kern="1200">
                <a:solidFill>
                  <a:schemeClr val="bg1">
                    <a:lumMod val="65000"/>
                  </a:schemeClr>
                </a:solidFill>
                <a:latin typeface="Arial" pitchFamily="34" charset="0"/>
                <a:ea typeface="+mn-ea"/>
                <a:cs typeface="Arial" pitchFamily="34" charset="0"/>
              </a:rPr>
              <a:pPr algn="r">
                <a:lnSpc>
                  <a:spcPts val="800"/>
                </a:lnSpc>
              </a:pPr>
              <a:t>‹#›</a:t>
            </a:fld>
            <a:endParaRPr lang="en-GB" sz="800" kern="1200" dirty="0">
              <a:solidFill>
                <a:schemeClr val="bg1">
                  <a:lumMod val="65000"/>
                </a:schemeClr>
              </a:solidFill>
              <a:latin typeface="Arial" pitchFamily="34" charset="0"/>
              <a:ea typeface="+mn-ea"/>
              <a:cs typeface="Arial" pitchFamily="34" charset="0"/>
            </a:endParaRPr>
          </a:p>
        </p:txBody>
      </p:sp>
      <p:sp>
        <p:nvSpPr>
          <p:cNvPr id="19" name="Text Placeholder 14"/>
          <p:cNvSpPr>
            <a:spLocks noGrp="1"/>
          </p:cNvSpPr>
          <p:nvPr>
            <p:ph type="body" sz="quarter" idx="10" hasCustomPrompt="1"/>
          </p:nvPr>
        </p:nvSpPr>
        <p:spPr>
          <a:xfrm>
            <a:off x="250825" y="6523200"/>
            <a:ext cx="8363222" cy="194400"/>
          </a:xfrm>
          <a:prstGeom prst="rect">
            <a:avLst/>
          </a:prstGeom>
        </p:spPr>
        <p:txBody>
          <a:bodyPr lIns="0" tIns="4680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lang="en-GB" sz="800" kern="1200" baseline="0" noProof="0" dirty="0">
                <a:solidFill>
                  <a:schemeClr val="bg1">
                    <a:lumMod val="65000"/>
                  </a:schemeClr>
                </a:solidFill>
                <a:latin typeface="Arial" pitchFamily="34" charset="0"/>
                <a:ea typeface="+mn-ea"/>
                <a:cs typeface="Arial" pitchFamily="34" charset="0"/>
              </a:defRPr>
            </a:lvl1pPr>
          </a:lstStyle>
          <a:p>
            <a:pPr marL="0" marR="0" lvl="0" indent="0" algn="l" defTabSz="457200"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rgbClr val="000000">
                    <a:lumMod val="50000"/>
                    <a:lumOff val="50000"/>
                  </a:srgbClr>
                </a:solidFill>
                <a:effectLst/>
                <a:uLnTx/>
                <a:uFillTx/>
              </a:rPr>
              <a:t>Insert source/photo credit here</a:t>
            </a:r>
          </a:p>
        </p:txBody>
      </p:sp>
      <p:sp>
        <p:nvSpPr>
          <p:cNvPr id="20" name="title_element"/>
          <p:cNvSpPr>
            <a:spLocks noGrp="1"/>
          </p:cNvSpPr>
          <p:nvPr>
            <p:ph type="title" hasCustomPrompt="1"/>
          </p:nvPr>
        </p:nvSpPr>
        <p:spPr>
          <a:xfrm>
            <a:off x="250826" y="728663"/>
            <a:ext cx="8642348" cy="443198"/>
          </a:xfrm>
          <a:prstGeom prst="rect">
            <a:avLst/>
          </a:prstGeom>
        </p:spPr>
        <p:txBody>
          <a:bodyPr wrap="square" lIns="0" tIns="0" rIns="0" bIns="0" anchor="t">
            <a:spAutoFit/>
          </a:bodyPr>
          <a:lstStyle>
            <a:lvl1pPr marL="0" marR="0" indent="0" algn="l" defTabSz="914400" eaLnBrk="1" fontAlgn="auto" latinLnBrk="0" hangingPunct="1">
              <a:lnSpc>
                <a:spcPct val="90000"/>
              </a:lnSpc>
              <a:spcBef>
                <a:spcPts val="0"/>
              </a:spcBef>
              <a:spcAft>
                <a:spcPts val="0"/>
              </a:spcAft>
              <a:buClrTx/>
              <a:buSzTx/>
              <a:buFontTx/>
              <a:buNone/>
              <a:tabLst/>
              <a:defRPr sz="3200" b="1">
                <a:solidFill>
                  <a:schemeClr val="bg2"/>
                </a:solidFill>
                <a:latin typeface="Arial" pitchFamily="34" charset="0"/>
                <a:cs typeface="Arial" pitchFamily="34" charset="0"/>
              </a:defRPr>
            </a:lvl1pPr>
          </a:lstStyle>
          <a:p>
            <a:pPr marL="0" marR="0" lvl="0" indent="0" algn="l" defTabSz="914400" eaLnBrk="1" fontAlgn="auto" latinLnBrk="0" hangingPunct="1">
              <a:lnSpc>
                <a:spcPct val="90000"/>
              </a:lnSpc>
              <a:spcBef>
                <a:spcPts val="0"/>
              </a:spcBef>
              <a:spcAft>
                <a:spcPts val="0"/>
              </a:spcAft>
              <a:buClrTx/>
              <a:buSzTx/>
              <a:buFontTx/>
              <a:buNone/>
              <a:tabLst/>
              <a:defRPr/>
            </a:pPr>
            <a:r>
              <a:rPr lang="en-GB" dirty="0"/>
              <a:t>What will happen next?</a:t>
            </a:r>
            <a:endParaRPr kumimoji="0" lang="en-US" sz="3200" b="0" i="0" u="none" strike="noStrike" kern="0" cap="none" spc="0" normalizeH="0" baseline="0" noProof="0" dirty="0">
              <a:ln>
                <a:noFill/>
              </a:ln>
              <a:solidFill>
                <a:srgbClr val="35BDB2"/>
              </a:solidFill>
              <a:effectLst/>
              <a:uLnTx/>
              <a:uFillTx/>
              <a:latin typeface="Arial" pitchFamily="34" charset="0"/>
              <a:cs typeface="Arial" pitchFamily="34" charset="0"/>
            </a:endParaRPr>
          </a:p>
        </p:txBody>
      </p:sp>
      <p:graphicFrame>
        <p:nvGraphicFramePr>
          <p:cNvPr id="12" name="Content Placeholder 18"/>
          <p:cNvGraphicFramePr>
            <a:graphicFrameLocks/>
          </p:cNvGraphicFramePr>
          <p:nvPr userDrawn="1">
            <p:extLst>
              <p:ext uri="{D42A27DB-BD31-4B8C-83A1-F6EECF244321}">
                <p14:modId xmlns:p14="http://schemas.microsoft.com/office/powerpoint/2010/main" val="2506928029"/>
              </p:ext>
            </p:extLst>
          </p:nvPr>
        </p:nvGraphicFramePr>
        <p:xfrm>
          <a:off x="250825" y="1813634"/>
          <a:ext cx="8642349" cy="4710991"/>
        </p:xfrm>
        <a:graphic>
          <a:graphicData uri="http://schemas.openxmlformats.org/drawingml/2006/table">
            <a:tbl>
              <a:tblPr/>
              <a:tblGrid>
                <a:gridCol w="2880783">
                  <a:extLst>
                    <a:ext uri="{9D8B030D-6E8A-4147-A177-3AD203B41FA5}">
                      <a16:colId xmlns:a16="http://schemas.microsoft.com/office/drawing/2014/main" val="20000"/>
                    </a:ext>
                  </a:extLst>
                </a:gridCol>
                <a:gridCol w="2880783">
                  <a:extLst>
                    <a:ext uri="{9D8B030D-6E8A-4147-A177-3AD203B41FA5}">
                      <a16:colId xmlns:a16="http://schemas.microsoft.com/office/drawing/2014/main" val="20002"/>
                    </a:ext>
                  </a:extLst>
                </a:gridCol>
                <a:gridCol w="2880783">
                  <a:extLst>
                    <a:ext uri="{9D8B030D-6E8A-4147-A177-3AD203B41FA5}">
                      <a16:colId xmlns:a16="http://schemas.microsoft.com/office/drawing/2014/main" val="20004"/>
                    </a:ext>
                  </a:extLst>
                </a:gridCol>
              </a:tblGrid>
              <a:tr h="1578643">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b="1" spc="-20" dirty="0">
                        <a:solidFill>
                          <a:schemeClr val="bg1"/>
                        </a:solidFill>
                        <a:latin typeface="Arial"/>
                      </a:endParaRPr>
                    </a:p>
                  </a:txBody>
                  <a:tcPr marL="144000" marR="144000" anchor="ctr">
                    <a:lnL w="12700" cmpd="sng">
                      <a:noFill/>
                    </a:lnL>
                    <a:lnR w="190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2700" cmpd="sng">
                      <a:noFill/>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1584176">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spc="-20" dirty="0">
                        <a:solidFill>
                          <a:schemeClr val="bg1"/>
                        </a:solidFill>
                        <a:latin typeface="Arial"/>
                      </a:endParaRPr>
                    </a:p>
                  </a:txBody>
                  <a:tcPr marL="144000" marR="144000" anchor="ctr">
                    <a:lnL w="12700" cmpd="sng">
                      <a:noFill/>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1548172">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spc="-20" dirty="0">
                        <a:solidFill>
                          <a:schemeClr val="bg1"/>
                        </a:solidFill>
                        <a:latin typeface="+mj-lt"/>
                      </a:endParaRPr>
                    </a:p>
                  </a:txBody>
                  <a:tcPr marL="144000" marR="144000" anchor="ctr">
                    <a:lnL w="12700" cmpd="sng">
                      <a:noFill/>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lang="en-GB" sz="1600" dirty="0">
                        <a:latin typeface="+mj-lt"/>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mj-lt"/>
                        <a:ea typeface="+mn-ea"/>
                        <a:cs typeface="+mn-cs"/>
                      </a:endParaRPr>
                    </a:p>
                  </a:txBody>
                  <a:tcPr marL="144000" marR="144000" anchor="ctr">
                    <a:lnL w="19050" cap="flat" cmpd="sng" algn="ctr">
                      <a:noFill/>
                      <a:prstDash val="solid"/>
                      <a:round/>
                      <a:headEnd type="none" w="med" len="med"/>
                      <a:tailEnd type="none" w="med" len="med"/>
                    </a:lnL>
                    <a:lnR w="12700" cmpd="sng">
                      <a:noFill/>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bl>
          </a:graphicData>
        </a:graphic>
      </p:graphicFrame>
      <p:sp>
        <p:nvSpPr>
          <p:cNvPr id="6" name="Text Placeholder 5"/>
          <p:cNvSpPr>
            <a:spLocks noGrp="1"/>
          </p:cNvSpPr>
          <p:nvPr>
            <p:ph type="body" sz="quarter" idx="24" hasCustomPrompt="1"/>
          </p:nvPr>
        </p:nvSpPr>
        <p:spPr>
          <a:xfrm>
            <a:off x="345460" y="1906672"/>
            <a:ext cx="2664000" cy="1368000"/>
          </a:xfrm>
          <a:prstGeom prst="rect">
            <a:avLst/>
          </a:prstGeom>
        </p:spPr>
        <p:txBody>
          <a:bodyPr lIns="0" rIns="0"/>
          <a:lstStyle>
            <a:lvl1pPr marL="0" indent="0">
              <a:lnSpc>
                <a:spcPct val="90000"/>
              </a:lnSpc>
              <a:spcBef>
                <a:spcPts val="0"/>
              </a:spcBef>
              <a:buNone/>
              <a:defRPr sz="1400">
                <a:solidFill>
                  <a:schemeClr val="tx1"/>
                </a:solidFill>
                <a:latin typeface="+mn-lt"/>
                <a:cs typeface="Arial" panose="020B0604020202020204" pitchFamily="34" charset="0"/>
              </a:defRPr>
            </a:lvl1pPr>
          </a:lstStyle>
          <a:p>
            <a:pPr lvl="0"/>
            <a:r>
              <a:rPr lang="en-GB" dirty="0"/>
              <a:t>&lt;Text&gt;</a:t>
            </a:r>
          </a:p>
        </p:txBody>
      </p:sp>
      <p:sp>
        <p:nvSpPr>
          <p:cNvPr id="8" name="Text Placeholder 7"/>
          <p:cNvSpPr>
            <a:spLocks noGrp="1"/>
          </p:cNvSpPr>
          <p:nvPr>
            <p:ph type="body" sz="quarter" idx="25" hasCustomPrompt="1"/>
          </p:nvPr>
        </p:nvSpPr>
        <p:spPr>
          <a:xfrm>
            <a:off x="345460" y="3491896"/>
            <a:ext cx="2664000" cy="1368000"/>
          </a:xfrm>
          <a:prstGeom prst="rect">
            <a:avLst/>
          </a:prstGeom>
        </p:spPr>
        <p:txBody>
          <a:bodyPr lIns="0" rIns="0"/>
          <a:lstStyle>
            <a:lvl1pPr marL="0" indent="0">
              <a:lnSpc>
                <a:spcPct val="90000"/>
              </a:lnSpc>
              <a:spcBef>
                <a:spcPts val="0"/>
              </a:spcBef>
              <a:buNone/>
              <a:defRPr sz="1400" baseline="0">
                <a:solidFill>
                  <a:schemeClr val="tx1"/>
                </a:solidFill>
                <a:latin typeface="+mn-lt"/>
                <a:cs typeface="Arial" panose="020B0604020202020204" pitchFamily="34" charset="0"/>
              </a:defRPr>
            </a:lvl1pPr>
          </a:lstStyle>
          <a:p>
            <a:pPr lvl="0"/>
            <a:r>
              <a:rPr lang="en-GB" dirty="0"/>
              <a:t>&lt;Text&gt;</a:t>
            </a:r>
          </a:p>
        </p:txBody>
      </p:sp>
      <p:sp>
        <p:nvSpPr>
          <p:cNvPr id="21" name="Text Placeholder 20"/>
          <p:cNvSpPr>
            <a:spLocks noGrp="1"/>
          </p:cNvSpPr>
          <p:nvPr>
            <p:ph type="body" sz="quarter" idx="26" hasCustomPrompt="1"/>
          </p:nvPr>
        </p:nvSpPr>
        <p:spPr>
          <a:xfrm>
            <a:off x="345460" y="5077120"/>
            <a:ext cx="2664000" cy="1368000"/>
          </a:xfrm>
          <a:prstGeom prst="rect">
            <a:avLst/>
          </a:prstGeom>
        </p:spPr>
        <p:txBody>
          <a:bodyPr lIns="0" rIns="0"/>
          <a:lstStyle>
            <a:lvl1pPr marL="0" marR="0" indent="0" algn="l" defTabSz="914400" rtl="0" eaLnBrk="1" fontAlgn="auto" latinLnBrk="0" hangingPunct="1">
              <a:lnSpc>
                <a:spcPct val="90000"/>
              </a:lnSpc>
              <a:spcBef>
                <a:spcPts val="0"/>
              </a:spcBef>
              <a:spcAft>
                <a:spcPts val="0"/>
              </a:spcAft>
              <a:buClrTx/>
              <a:buSzTx/>
              <a:buFont typeface="Arial" pitchFamily="34" charset="0"/>
              <a:buNone/>
              <a:tabLst/>
              <a:defRPr sz="1400">
                <a:solidFill>
                  <a:schemeClr val="tx1"/>
                </a:solidFill>
                <a:latin typeface="+mn-lt"/>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&lt;Text&gt;</a:t>
            </a:r>
          </a:p>
          <a:p>
            <a:pPr lvl="0"/>
            <a:endParaRPr lang="en-GB" dirty="0"/>
          </a:p>
        </p:txBody>
      </p:sp>
      <p:sp>
        <p:nvSpPr>
          <p:cNvPr id="32" name="Text Placeholder 31"/>
          <p:cNvSpPr>
            <a:spLocks noGrp="1"/>
          </p:cNvSpPr>
          <p:nvPr>
            <p:ph type="body" sz="quarter" idx="27" hasCustomPrompt="1"/>
          </p:nvPr>
        </p:nvSpPr>
        <p:spPr>
          <a:xfrm>
            <a:off x="3232964" y="1906672"/>
            <a:ext cx="2664000" cy="1368000"/>
          </a:xfrm>
          <a:prstGeom prst="rect">
            <a:avLst/>
          </a:prstGeom>
        </p:spPr>
        <p:txBody>
          <a:bodyPr lIns="0" rIns="0"/>
          <a:lstStyle>
            <a:lvl1pPr marL="0" marR="0" indent="0" algn="l" defTabSz="914400" rtl="0" eaLnBrk="1" fontAlgn="auto" latinLnBrk="0" hangingPunct="1">
              <a:lnSpc>
                <a:spcPct val="90000"/>
              </a:lnSpc>
              <a:spcBef>
                <a:spcPts val="0"/>
              </a:spcBef>
              <a:spcAft>
                <a:spcPts val="0"/>
              </a:spcAft>
              <a:buClrTx/>
              <a:buSzTx/>
              <a:buFont typeface="Arial" pitchFamily="34" charset="0"/>
              <a:buNone/>
              <a:tabLst/>
              <a:defRPr sz="1400">
                <a:solidFill>
                  <a:schemeClr val="bg1"/>
                </a:solidFill>
                <a:latin typeface="+mn-lt"/>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&lt;Text&gt;</a:t>
            </a:r>
          </a:p>
        </p:txBody>
      </p:sp>
      <p:sp>
        <p:nvSpPr>
          <p:cNvPr id="34" name="Text Placeholder 33"/>
          <p:cNvSpPr>
            <a:spLocks noGrp="1"/>
          </p:cNvSpPr>
          <p:nvPr>
            <p:ph type="body" sz="quarter" idx="28" hasCustomPrompt="1"/>
          </p:nvPr>
        </p:nvSpPr>
        <p:spPr>
          <a:xfrm>
            <a:off x="3232964" y="3492290"/>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36" name="Text Placeholder 35"/>
          <p:cNvSpPr>
            <a:spLocks noGrp="1"/>
          </p:cNvSpPr>
          <p:nvPr>
            <p:ph type="body" sz="quarter" idx="29" hasCustomPrompt="1"/>
          </p:nvPr>
        </p:nvSpPr>
        <p:spPr>
          <a:xfrm>
            <a:off x="3232964" y="5077907"/>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38" name="Text Placeholder 37"/>
          <p:cNvSpPr>
            <a:spLocks noGrp="1"/>
          </p:cNvSpPr>
          <p:nvPr>
            <p:ph type="body" sz="quarter" idx="30" hasCustomPrompt="1"/>
          </p:nvPr>
        </p:nvSpPr>
        <p:spPr>
          <a:xfrm>
            <a:off x="6120468" y="1906672"/>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40" name="Text Placeholder 39"/>
          <p:cNvSpPr>
            <a:spLocks noGrp="1"/>
          </p:cNvSpPr>
          <p:nvPr>
            <p:ph type="body" sz="quarter" idx="31" hasCustomPrompt="1"/>
          </p:nvPr>
        </p:nvSpPr>
        <p:spPr>
          <a:xfrm>
            <a:off x="6120468" y="3491897"/>
            <a:ext cx="2664000" cy="1368000"/>
          </a:xfrm>
          <a:prstGeom prst="rect">
            <a:avLst/>
          </a:prstGeom>
        </p:spPr>
        <p:txBody>
          <a:bodyPr lIns="0" rIns="0"/>
          <a:lstStyle>
            <a:lvl1pPr marL="0" indent="0">
              <a:lnSpc>
                <a:spcPct val="90000"/>
              </a:lnSpc>
              <a:spcBef>
                <a:spcPts val="0"/>
              </a:spcBef>
              <a:buNone/>
              <a:defRPr sz="1400" baseline="0">
                <a:solidFill>
                  <a:schemeClr val="bg1"/>
                </a:solidFill>
                <a:latin typeface="+mn-lt"/>
                <a:cs typeface="Arial" panose="020B0604020202020204" pitchFamily="34" charset="0"/>
              </a:defRPr>
            </a:lvl1pPr>
          </a:lstStyle>
          <a:p>
            <a:pPr lvl="0"/>
            <a:r>
              <a:rPr lang="en-GB" dirty="0"/>
              <a:t>&lt;Text&gt;</a:t>
            </a:r>
          </a:p>
        </p:txBody>
      </p:sp>
      <p:sp>
        <p:nvSpPr>
          <p:cNvPr id="42" name="Text Placeholder 41"/>
          <p:cNvSpPr>
            <a:spLocks noGrp="1"/>
          </p:cNvSpPr>
          <p:nvPr>
            <p:ph type="body" sz="quarter" idx="32" hasCustomPrompt="1"/>
          </p:nvPr>
        </p:nvSpPr>
        <p:spPr>
          <a:xfrm>
            <a:off x="6120468" y="5077121"/>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cxnSp>
        <p:nvCxnSpPr>
          <p:cNvPr id="26" name="Straight Connector 25">
            <a:extLst>
              <a:ext uri="{FF2B5EF4-FFF2-40B4-BE49-F238E27FC236}">
                <a16:creationId xmlns:a16="http://schemas.microsoft.com/office/drawing/2014/main" id="{35ADEB29-8325-4EAB-8D06-C1B816C76B75}"/>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7" name="ff_icon">
            <a:extLst>
              <a:ext uri="{FF2B5EF4-FFF2-40B4-BE49-F238E27FC236}">
                <a16:creationId xmlns:a16="http://schemas.microsoft.com/office/drawing/2014/main" id="{F0DF73D9-56A1-4C1D-AEB0-806B6451CBD5}"/>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8" name="Rectangle 5">
              <a:extLst>
                <a:ext uri="{FF2B5EF4-FFF2-40B4-BE49-F238E27FC236}">
                  <a16:creationId xmlns:a16="http://schemas.microsoft.com/office/drawing/2014/main" id="{E616B325-8799-4A3C-8A46-0E3D73126ECF}"/>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9" name="Rectangle 6">
              <a:extLst>
                <a:ext uri="{FF2B5EF4-FFF2-40B4-BE49-F238E27FC236}">
                  <a16:creationId xmlns:a16="http://schemas.microsoft.com/office/drawing/2014/main" id="{FF2D3E91-4EAE-4D8E-A264-A64DC8F97469}"/>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0" name="Rectangle 7">
              <a:extLst>
                <a:ext uri="{FF2B5EF4-FFF2-40B4-BE49-F238E27FC236}">
                  <a16:creationId xmlns:a16="http://schemas.microsoft.com/office/drawing/2014/main" id="{DEF83547-B73F-4D16-BA6F-A8135307ADDE}"/>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cxnSp>
        <p:nvCxnSpPr>
          <p:cNvPr id="23" name="Straight Connector 22">
            <a:extLst>
              <a:ext uri="{FF2B5EF4-FFF2-40B4-BE49-F238E27FC236}">
                <a16:creationId xmlns:a16="http://schemas.microsoft.com/office/drawing/2014/main" id="{DBDB19F5-9B1C-43BC-979D-AAA783F2229C}"/>
              </a:ext>
            </a:extLst>
          </p:cNvPr>
          <p:cNvCxnSpPr/>
          <p:nvPr userDrawn="1"/>
        </p:nvCxnSpPr>
        <p:spPr>
          <a:xfrm>
            <a:off x="250825" y="1268760"/>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extLst>
    <p:ext uri="{DCECCB84-F9BA-43D5-87BE-67443E8EF086}">
      <p15:sldGuideLst xmlns:p15="http://schemas.microsoft.com/office/powerpoint/2012/main">
        <p15:guide id="1" orient="horz" pos="40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What will happen next? ROWS">
    <p:bg>
      <p:bgPr>
        <a:solidFill>
          <a:schemeClr val="bg2"/>
        </a:solidFill>
        <a:effectLst/>
      </p:bgPr>
    </p:bg>
    <p:spTree>
      <p:nvGrpSpPr>
        <p:cNvPr id="1" name=""/>
        <p:cNvGrpSpPr/>
        <p:nvPr/>
      </p:nvGrpSpPr>
      <p:grpSpPr>
        <a:xfrm>
          <a:off x="0" y="0"/>
          <a:ext cx="0" cy="0"/>
          <a:chOff x="0" y="0"/>
          <a:chExt cx="0" cy="0"/>
        </a:xfrm>
      </p:grpSpPr>
      <p:sp>
        <p:nvSpPr>
          <p:cNvPr id="20" name="TextBox 19"/>
          <p:cNvSpPr txBox="1"/>
          <p:nvPr userDrawn="1"/>
        </p:nvSpPr>
        <p:spPr>
          <a:xfrm>
            <a:off x="8662881" y="6524625"/>
            <a:ext cx="309700" cy="194925"/>
          </a:xfrm>
          <a:prstGeom prst="rect">
            <a:avLst/>
          </a:prstGeom>
          <a:noFill/>
        </p:spPr>
        <p:txBody>
          <a:bodyPr wrap="none" rtlCol="0" anchor="ctr">
            <a:spAutoFit/>
          </a:bodyPr>
          <a:lstStyle/>
          <a:p>
            <a:pPr algn="r">
              <a:lnSpc>
                <a:spcPts val="800"/>
              </a:lnSpc>
            </a:pPr>
            <a:fld id="{0E0A9B4E-19F2-4E81-81C4-98D63547DE75}" type="slidenum">
              <a:rPr kumimoji="0" lang="en-GB" sz="800" b="0" i="0" u="none" strike="noStrike" kern="1200" cap="none" spc="0" normalizeH="0" baseline="0">
                <a:ln>
                  <a:noFill/>
                </a:ln>
                <a:solidFill>
                  <a:schemeClr val="bg1"/>
                </a:solidFill>
                <a:effectLst/>
                <a:uLnTx/>
                <a:uFillTx/>
                <a:latin typeface="Arial" pitchFamily="34" charset="0"/>
                <a:ea typeface="+mn-ea"/>
                <a:cs typeface="Arial" pitchFamily="34" charset="0"/>
              </a:rPr>
              <a:pPr algn="r">
                <a:lnSpc>
                  <a:spcPts val="800"/>
                </a:lnSpc>
              </a:pPr>
              <a:t>‹#›</a:t>
            </a:fld>
            <a:endParaRPr kumimoji="0" lang="en-GB" sz="800" b="0" i="0" u="none" strike="noStrike" kern="1200" cap="none" spc="0" normalizeH="0" baseline="0" dirty="0">
              <a:ln>
                <a:noFill/>
              </a:ln>
              <a:solidFill>
                <a:schemeClr val="bg1"/>
              </a:solidFill>
              <a:effectLst/>
              <a:uLnTx/>
              <a:uFillTx/>
              <a:latin typeface="Arial" pitchFamily="34" charset="0"/>
              <a:ea typeface="+mn-ea"/>
              <a:cs typeface="Arial" pitchFamily="34" charset="0"/>
            </a:endParaRPr>
          </a:p>
        </p:txBody>
      </p:sp>
      <p:sp>
        <p:nvSpPr>
          <p:cNvPr id="22" name="Text Placeholder 14"/>
          <p:cNvSpPr>
            <a:spLocks noGrp="1"/>
          </p:cNvSpPr>
          <p:nvPr>
            <p:ph type="body" sz="quarter" idx="10" hasCustomPrompt="1"/>
          </p:nvPr>
        </p:nvSpPr>
        <p:spPr>
          <a:xfrm>
            <a:off x="259263" y="6524625"/>
            <a:ext cx="8362800" cy="194925"/>
          </a:xfrm>
          <a:prstGeom prst="rect">
            <a:avLst/>
          </a:prstGeom>
        </p:spPr>
        <p:txBody>
          <a:bodyPr l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kumimoji="0" lang="en-GB" sz="800" b="0" i="0" u="none" strike="noStrike" kern="0" cap="none" spc="0" normalizeH="0" baseline="0" noProof="0" dirty="0">
                <a:ln>
                  <a:noFill/>
                </a:ln>
                <a:solidFill>
                  <a:schemeClr val="bg1"/>
                </a:solidFill>
                <a:effectLst/>
                <a:uLnTx/>
                <a:uFillTx/>
                <a:latin typeface="Arial" pitchFamily="34" charset="0"/>
                <a:ea typeface="+mn-ea"/>
                <a:cs typeface="Arial" pitchFamily="34" charset="0"/>
              </a:defRPr>
            </a:lvl1pPr>
          </a:lstStyle>
          <a:p>
            <a:pPr marL="0" marR="0" lvl="0" indent="0" algn="l" defTabSz="457200"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chemeClr val="bg1"/>
                </a:solidFill>
                <a:effectLst/>
                <a:uLnTx/>
                <a:uFillTx/>
              </a:rPr>
              <a:t>Insert source/photo credit here</a:t>
            </a:r>
            <a:endParaRPr kumimoji="0" lang="en-GB" sz="800" b="0" i="0" u="none" strike="noStrike" kern="0" cap="none" spc="0" normalizeH="0" baseline="0" noProof="0" dirty="0">
              <a:ln>
                <a:noFill/>
              </a:ln>
              <a:solidFill>
                <a:srgbClr val="FFFFFF"/>
              </a:solidFill>
              <a:effectLst/>
              <a:uLnTx/>
              <a:uFillTx/>
            </a:endParaRPr>
          </a:p>
        </p:txBody>
      </p:sp>
      <p:sp>
        <p:nvSpPr>
          <p:cNvPr id="23" name="Title 1"/>
          <p:cNvSpPr>
            <a:spLocks noGrp="1"/>
          </p:cNvSpPr>
          <p:nvPr>
            <p:ph type="title" hasCustomPrompt="1"/>
          </p:nvPr>
        </p:nvSpPr>
        <p:spPr>
          <a:xfrm>
            <a:off x="250825" y="728663"/>
            <a:ext cx="8642349" cy="443198"/>
          </a:xfrm>
          <a:prstGeom prst="rect">
            <a:avLst/>
          </a:prstGeom>
        </p:spPr>
        <p:txBody>
          <a:bodyPr wrap="square" lIns="0" tIns="0" rIns="0" bIns="0" anchor="t">
            <a:spAutoFit/>
          </a:bodyPr>
          <a:lstStyle>
            <a:lvl1pPr marL="0" marR="0" indent="0" algn="l" defTabSz="914400" rtl="0" eaLnBrk="1" fontAlgn="auto" latinLnBrk="0" hangingPunct="1">
              <a:lnSpc>
                <a:spcPct val="90000"/>
              </a:lnSpc>
              <a:spcBef>
                <a:spcPts val="0"/>
              </a:spcBef>
              <a:spcAft>
                <a:spcPts val="0"/>
              </a:spcAft>
              <a:buClrTx/>
              <a:buSzTx/>
              <a:buFontTx/>
              <a:buNone/>
              <a:tabLst/>
              <a:defRPr lang="en-US" sz="3200" b="1" kern="1200" noProof="0" dirty="0">
                <a:solidFill>
                  <a:schemeClr val="bg1"/>
                </a:solidFill>
                <a:latin typeface="+mj-lt"/>
                <a:ea typeface="+mj-ea"/>
                <a:cs typeface="Arial" pitchFamily="34" charset="0"/>
              </a:defRPr>
            </a:lvl1pPr>
          </a:lstStyle>
          <a:p>
            <a:pPr marL="0" marR="0" lvl="0" indent="0" algn="l" defTabSz="914400" rtl="0" eaLnBrk="1" fontAlgn="auto" latinLnBrk="0" hangingPunct="1">
              <a:lnSpc>
                <a:spcPct val="90000"/>
              </a:lnSpc>
              <a:spcBef>
                <a:spcPts val="0"/>
              </a:spcBef>
              <a:spcAft>
                <a:spcPts val="0"/>
              </a:spcAft>
              <a:buClrTx/>
              <a:buSzTx/>
              <a:buFontTx/>
              <a:buNone/>
              <a:tabLst/>
              <a:defRPr/>
            </a:pPr>
            <a:r>
              <a:rPr lang="en-GB" dirty="0">
                <a:solidFill>
                  <a:schemeClr val="bg1"/>
                </a:solidFill>
              </a:rPr>
              <a:t>What will happen next?</a:t>
            </a:r>
            <a:endParaRPr kumimoji="0" lang="en-US" sz="3200" b="0" i="0" u="none" strike="noStrike" kern="0" cap="none" spc="0" normalizeH="0" baseline="0" noProof="0" dirty="0">
              <a:ln>
                <a:noFill/>
              </a:ln>
              <a:solidFill>
                <a:srgbClr val="FFFFFF"/>
              </a:solidFill>
              <a:effectLst/>
              <a:uLnTx/>
              <a:uFillTx/>
              <a:latin typeface="Arial" pitchFamily="34" charset="0"/>
              <a:cs typeface="Arial" pitchFamily="34" charset="0"/>
            </a:endParaRPr>
          </a:p>
        </p:txBody>
      </p:sp>
      <p:sp>
        <p:nvSpPr>
          <p:cNvPr id="29" name="Text Placeholder 29"/>
          <p:cNvSpPr>
            <a:spLocks noGrp="1"/>
          </p:cNvSpPr>
          <p:nvPr>
            <p:ph type="body" sz="quarter" idx="11" hasCustomPrompt="1"/>
          </p:nvPr>
        </p:nvSpPr>
        <p:spPr>
          <a:xfrm>
            <a:off x="251520" y="1650115"/>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13" name="Text Placeholder 29"/>
          <p:cNvSpPr>
            <a:spLocks noGrp="1"/>
          </p:cNvSpPr>
          <p:nvPr>
            <p:ph type="body" sz="quarter" idx="13" hasCustomPrompt="1"/>
          </p:nvPr>
        </p:nvSpPr>
        <p:spPr>
          <a:xfrm>
            <a:off x="250825" y="3393434"/>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17" name="Text Placeholder 29"/>
          <p:cNvSpPr>
            <a:spLocks noGrp="1"/>
          </p:cNvSpPr>
          <p:nvPr>
            <p:ph type="body" sz="quarter" idx="15" hasCustomPrompt="1"/>
          </p:nvPr>
        </p:nvSpPr>
        <p:spPr>
          <a:xfrm>
            <a:off x="250825" y="5116415"/>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28" name="Text Placeholder 25"/>
          <p:cNvSpPr>
            <a:spLocks noGrp="1"/>
          </p:cNvSpPr>
          <p:nvPr>
            <p:ph type="body" sz="quarter" idx="17" hasCustomPrompt="1"/>
          </p:nvPr>
        </p:nvSpPr>
        <p:spPr>
          <a:xfrm>
            <a:off x="250824" y="2015554"/>
            <a:ext cx="8642350" cy="1044000"/>
          </a:xfrm>
          <a:prstGeom prst="rect">
            <a:avLst/>
          </a:prstGeom>
        </p:spPr>
        <p:txBody>
          <a:bodyPr lIns="0" tIns="0" rIns="0" bIns="0">
            <a:noAutofit/>
          </a:bodyPr>
          <a:lstStyle>
            <a:lvl1pPr marL="0" indent="0" algn="l">
              <a:lnSpc>
                <a:spcPct val="90000"/>
              </a:lnSpc>
              <a:spcBef>
                <a:spcPts val="0"/>
              </a:spcBef>
              <a:spcAft>
                <a:spcPts val="1200"/>
              </a:spcAft>
              <a:buNone/>
              <a:defRPr lang="en-GB" sz="1400" kern="1200" baseline="0" dirty="0">
                <a:solidFill>
                  <a:schemeClr val="bg1"/>
                </a:solidFill>
                <a:latin typeface="+mn-lt"/>
                <a:ea typeface="+mn-ea"/>
                <a:cs typeface="Arial" pitchFamily="34" charset="0"/>
              </a:defRPr>
            </a:lvl1pPr>
            <a:lvl2pPr>
              <a:defRPr sz="1800">
                <a:solidFill>
                  <a:schemeClr val="tx1"/>
                </a:solidFill>
                <a:latin typeface="Arial" pitchFamily="34" charset="0"/>
                <a:cs typeface="Arial" pitchFamily="34" charset="0"/>
              </a:defRPr>
            </a:lvl2pPr>
            <a:lvl3pPr>
              <a:defRPr sz="1800">
                <a:solidFill>
                  <a:schemeClr val="tx1"/>
                </a:solidFill>
                <a:latin typeface="Arial" pitchFamily="34" charset="0"/>
                <a:cs typeface="Arial" pitchFamily="34" charset="0"/>
              </a:defRPr>
            </a:lvl3pPr>
            <a:lvl4pPr>
              <a:defRPr sz="1800">
                <a:solidFill>
                  <a:schemeClr val="tx1"/>
                </a:solidFill>
                <a:latin typeface="Arial" pitchFamily="34" charset="0"/>
                <a:cs typeface="Arial" pitchFamily="34" charset="0"/>
              </a:defRPr>
            </a:lvl4pPr>
            <a:lvl5pPr>
              <a:defRPr sz="1800">
                <a:solidFill>
                  <a:schemeClr val="tx1"/>
                </a:solidFill>
                <a:latin typeface="Arial" pitchFamily="34" charset="0"/>
                <a:cs typeface="Arial" pitchFamily="34" charset="0"/>
              </a:defRPr>
            </a:lvl5pPr>
          </a:lstStyle>
          <a:p>
            <a:pPr lvl="0"/>
            <a:r>
              <a:rPr lang="en-US" dirty="0"/>
              <a:t>&lt;Text&gt;</a:t>
            </a:r>
            <a:endParaRPr lang="en-GB" dirty="0"/>
          </a:p>
        </p:txBody>
      </p:sp>
      <p:sp>
        <p:nvSpPr>
          <p:cNvPr id="5" name="Text Placeholder 4"/>
          <p:cNvSpPr>
            <a:spLocks noGrp="1"/>
          </p:cNvSpPr>
          <p:nvPr>
            <p:ph type="body" sz="quarter" idx="18" hasCustomPrompt="1"/>
          </p:nvPr>
        </p:nvSpPr>
        <p:spPr>
          <a:xfrm>
            <a:off x="250825" y="3758873"/>
            <a:ext cx="8642350" cy="1044000"/>
          </a:xfrm>
          <a:prstGeom prst="rect">
            <a:avLst/>
          </a:prstGeom>
        </p:spPr>
        <p:txBody>
          <a:bodyPr lIns="0" tIns="0" rIns="0" bIns="0"/>
          <a:lstStyle>
            <a:lvl1pPr marL="0" marR="0" indent="0" algn="l" defTabSz="914400" rtl="0" eaLnBrk="1" fontAlgn="auto" latinLnBrk="0" hangingPunct="1">
              <a:lnSpc>
                <a:spcPct val="90000"/>
              </a:lnSpc>
              <a:spcBef>
                <a:spcPts val="0"/>
              </a:spcBef>
              <a:spcAft>
                <a:spcPts val="1200"/>
              </a:spcAft>
              <a:buClrTx/>
              <a:buSzTx/>
              <a:buFont typeface="Arial" pitchFamily="34" charset="0"/>
              <a:buNone/>
              <a:tabLst/>
              <a:defRPr lang="en-GB" sz="1400" kern="1200" baseline="0" dirty="0">
                <a:solidFill>
                  <a:schemeClr val="bg1"/>
                </a:solidFill>
                <a:latin typeface="+mn-lt"/>
                <a:ea typeface="+mn-ea"/>
                <a:cs typeface="Arial" pitchFamily="34" charset="0"/>
              </a:defRPr>
            </a:lvl1pPr>
            <a:lvl5pPr>
              <a:defRPr/>
            </a:lvl5pPr>
          </a:lstStyle>
          <a:p>
            <a:pPr marL="0" marR="0" lvl="0" indent="0" algn="l" defTabSz="457189" rtl="0" eaLnBrk="1" fontAlgn="auto" latinLnBrk="0" hangingPunct="1">
              <a:lnSpc>
                <a:spcPct val="90000"/>
              </a:lnSpc>
              <a:spcBef>
                <a:spcPts val="0"/>
              </a:spcBef>
              <a:spcAft>
                <a:spcPts val="1200"/>
              </a:spcAft>
              <a:buClrTx/>
              <a:buSzTx/>
              <a:buFontTx/>
              <a:buNone/>
              <a:tabLst/>
              <a:defRPr/>
            </a:pPr>
            <a:r>
              <a:rPr lang="en-US" dirty="0"/>
              <a:t>&lt;Text&gt;</a:t>
            </a:r>
            <a:endParaRPr lang="en-GB" dirty="0"/>
          </a:p>
        </p:txBody>
      </p:sp>
      <p:sp>
        <p:nvSpPr>
          <p:cNvPr id="7" name="Text Placeholder 6"/>
          <p:cNvSpPr>
            <a:spLocks noGrp="1"/>
          </p:cNvSpPr>
          <p:nvPr>
            <p:ph type="body" sz="quarter" idx="19" hasCustomPrompt="1"/>
          </p:nvPr>
        </p:nvSpPr>
        <p:spPr>
          <a:xfrm>
            <a:off x="250825" y="5481854"/>
            <a:ext cx="8642350" cy="1044000"/>
          </a:xfrm>
          <a:prstGeom prst="rect">
            <a:avLst/>
          </a:prstGeom>
        </p:spPr>
        <p:txBody>
          <a:bodyPr lIns="0" tIns="0" rIns="0" bIns="0"/>
          <a:lstStyle>
            <a:lvl1pPr marL="0" marR="0" indent="0" algn="l" defTabSz="914400" rtl="0" eaLnBrk="1" fontAlgn="auto" latinLnBrk="0" hangingPunct="1">
              <a:lnSpc>
                <a:spcPct val="90000"/>
              </a:lnSpc>
              <a:spcBef>
                <a:spcPts val="0"/>
              </a:spcBef>
              <a:spcAft>
                <a:spcPts val="1200"/>
              </a:spcAft>
              <a:buClrTx/>
              <a:buSzTx/>
              <a:buFont typeface="Arial" pitchFamily="34" charset="0"/>
              <a:buNone/>
              <a:tabLst/>
              <a:defRPr lang="en-GB" sz="1400" kern="1200" baseline="0" dirty="0">
                <a:solidFill>
                  <a:schemeClr val="bg1"/>
                </a:solidFill>
                <a:latin typeface="+mn-lt"/>
                <a:ea typeface="+mn-ea"/>
                <a:cs typeface="Arial" pitchFamily="34" charset="0"/>
              </a:defRPr>
            </a:lvl1pPr>
          </a:lstStyle>
          <a:p>
            <a:pPr marL="0" marR="0" lvl="0" indent="0" algn="l" defTabSz="457189" rtl="0" eaLnBrk="1" fontAlgn="auto" latinLnBrk="0" hangingPunct="1">
              <a:lnSpc>
                <a:spcPct val="90000"/>
              </a:lnSpc>
              <a:spcBef>
                <a:spcPts val="0"/>
              </a:spcBef>
              <a:spcAft>
                <a:spcPts val="1200"/>
              </a:spcAft>
              <a:buClrTx/>
              <a:buSzTx/>
              <a:buFontTx/>
              <a:buNone/>
              <a:tabLst/>
              <a:defRPr/>
            </a:pPr>
            <a:r>
              <a:rPr lang="en-US" dirty="0"/>
              <a:t>&lt;Text&gt;</a:t>
            </a:r>
            <a:endParaRPr lang="en-GB" dirty="0"/>
          </a:p>
          <a:p>
            <a:pPr lvl="0"/>
            <a:endParaRPr lang="en-GB" dirty="0"/>
          </a:p>
        </p:txBody>
      </p:sp>
      <p:cxnSp>
        <p:nvCxnSpPr>
          <p:cNvPr id="30" name="Straight Connector 29">
            <a:extLst>
              <a:ext uri="{FF2B5EF4-FFF2-40B4-BE49-F238E27FC236}">
                <a16:creationId xmlns:a16="http://schemas.microsoft.com/office/drawing/2014/main" id="{ADFF37BD-33FD-4BD5-87D2-B690356B2E88}"/>
              </a:ext>
            </a:extLst>
          </p:cNvPr>
          <p:cNvCxnSpPr/>
          <p:nvPr userDrawn="1"/>
        </p:nvCxnSpPr>
        <p:spPr>
          <a:xfrm>
            <a:off x="250825" y="620713"/>
            <a:ext cx="8642350" cy="0"/>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31" name="ff_icon">
            <a:extLst>
              <a:ext uri="{FF2B5EF4-FFF2-40B4-BE49-F238E27FC236}">
                <a16:creationId xmlns:a16="http://schemas.microsoft.com/office/drawing/2014/main" id="{5E7E8004-47EE-4EE6-BD72-11F4EBFC50A4}"/>
              </a:ext>
            </a:extLst>
          </p:cNvPr>
          <p:cNvGrpSpPr>
            <a:grpSpLocks noChangeAspect="1"/>
          </p:cNvGrpSpPr>
          <p:nvPr userDrawn="1"/>
        </p:nvGrpSpPr>
        <p:grpSpPr bwMode="auto">
          <a:xfrm>
            <a:off x="8530507" y="188914"/>
            <a:ext cx="362668" cy="323850"/>
            <a:chOff x="7024" y="3734"/>
            <a:chExt cx="1308" cy="1168"/>
          </a:xfrm>
          <a:solidFill>
            <a:schemeClr val="bg1"/>
          </a:solidFill>
        </p:grpSpPr>
        <p:sp>
          <p:nvSpPr>
            <p:cNvPr id="32" name="Rectangle 5">
              <a:extLst>
                <a:ext uri="{FF2B5EF4-FFF2-40B4-BE49-F238E27FC236}">
                  <a16:creationId xmlns:a16="http://schemas.microsoft.com/office/drawing/2014/main" id="{FAD08D98-4CE5-4768-974D-47D32A8AC28C}"/>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3" name="Rectangle 6">
              <a:extLst>
                <a:ext uri="{FF2B5EF4-FFF2-40B4-BE49-F238E27FC236}">
                  <a16:creationId xmlns:a16="http://schemas.microsoft.com/office/drawing/2014/main" id="{6C024C0C-8E22-4150-ADFF-633F7A622E37}"/>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4" name="Rectangle 7">
              <a:extLst>
                <a:ext uri="{FF2B5EF4-FFF2-40B4-BE49-F238E27FC236}">
                  <a16:creationId xmlns:a16="http://schemas.microsoft.com/office/drawing/2014/main" id="{F806A5B4-7E90-497B-8F2A-E9728BDC61DB}"/>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
        <p:nvSpPr>
          <p:cNvPr id="11" name="Text Placeholder 10">
            <a:extLst>
              <a:ext uri="{FF2B5EF4-FFF2-40B4-BE49-F238E27FC236}">
                <a16:creationId xmlns:a16="http://schemas.microsoft.com/office/drawing/2014/main" id="{FB44A233-7070-430D-AC94-4BF3A8A33B67}"/>
              </a:ext>
            </a:extLst>
          </p:cNvPr>
          <p:cNvSpPr>
            <a:spLocks noGrp="1"/>
          </p:cNvSpPr>
          <p:nvPr>
            <p:ph type="body" sz="quarter" idx="20"/>
          </p:nvPr>
        </p:nvSpPr>
        <p:spPr>
          <a:xfrm>
            <a:off x="252000" y="151200"/>
            <a:ext cx="8136000" cy="184666"/>
          </a:xfrm>
          <a:prstGeom prst="rect">
            <a:avLst/>
          </a:prstGeom>
        </p:spPr>
        <p:txBody>
          <a:bodyPr lIns="0" tIns="0" rIns="0" bIns="0">
            <a:spAutoFit/>
          </a:bodyPr>
          <a:lstStyle>
            <a:lvl1pPr>
              <a:defRPr lang="en-US" sz="1200" b="1" kern="1200" dirty="0" smtClean="0">
                <a:solidFill>
                  <a:schemeClr val="bg1"/>
                </a:solidFill>
                <a:latin typeface="+mj-lt"/>
                <a:ea typeface="+mn-ea"/>
                <a:cs typeface="+mn-cs"/>
              </a:defRPr>
            </a:lvl1pPr>
            <a:lvl2pPr>
              <a:defRPr lang="en-US" sz="1200" b="1" kern="1200" dirty="0" smtClean="0">
                <a:solidFill>
                  <a:srgbClr val="29005A"/>
                </a:solidFill>
                <a:latin typeface="+mj-lt"/>
                <a:ea typeface="+mn-ea"/>
                <a:cs typeface="+mn-cs"/>
              </a:defRPr>
            </a:lvl2pPr>
            <a:lvl3pPr>
              <a:defRPr lang="en-US" sz="1200" b="1" kern="1200" dirty="0" smtClean="0">
                <a:solidFill>
                  <a:srgbClr val="29005A"/>
                </a:solidFill>
                <a:latin typeface="+mj-lt"/>
                <a:ea typeface="+mn-ea"/>
                <a:cs typeface="+mn-cs"/>
              </a:defRPr>
            </a:lvl3pPr>
            <a:lvl4pPr>
              <a:defRPr lang="en-US" sz="1200" b="1" kern="1200" dirty="0" smtClean="0">
                <a:solidFill>
                  <a:srgbClr val="29005A"/>
                </a:solidFill>
                <a:latin typeface="+mj-lt"/>
                <a:ea typeface="+mn-ea"/>
                <a:cs typeface="+mn-cs"/>
              </a:defRPr>
            </a:lvl4pPr>
            <a:lvl5pPr>
              <a:defRPr lang="en-GB" sz="1200" b="1" kern="1200" dirty="0" smtClean="0">
                <a:solidFill>
                  <a:srgbClr val="29005A"/>
                </a:solidFill>
                <a:latin typeface="+mj-lt"/>
                <a:ea typeface="+mn-ea"/>
                <a:cs typeface="+mn-cs"/>
              </a:defRPr>
            </a:lvl5pPr>
          </a:lstStyle>
          <a:p>
            <a:pPr marL="0" lvl="0" indent="0" algn="l" defTabSz="457200" rtl="0" eaLnBrk="1" latinLnBrk="0" hangingPunct="1">
              <a:spcBef>
                <a:spcPts val="0"/>
              </a:spcBef>
              <a:buFontTx/>
              <a:buNone/>
            </a:pPr>
            <a:r>
              <a:rPr lang="en-US" dirty="0"/>
              <a:t>Click to edit Master text styles</a:t>
            </a:r>
          </a:p>
        </p:txBody>
      </p:sp>
      <p:sp>
        <p:nvSpPr>
          <p:cNvPr id="14" name="Text Placeholder 13">
            <a:extLst>
              <a:ext uri="{FF2B5EF4-FFF2-40B4-BE49-F238E27FC236}">
                <a16:creationId xmlns:a16="http://schemas.microsoft.com/office/drawing/2014/main" id="{3A719C8A-9DAB-4107-B9A7-59583F3BF9DC}"/>
              </a:ext>
            </a:extLst>
          </p:cNvPr>
          <p:cNvSpPr>
            <a:spLocks noGrp="1"/>
          </p:cNvSpPr>
          <p:nvPr>
            <p:ph type="body" sz="quarter" idx="21"/>
          </p:nvPr>
        </p:nvSpPr>
        <p:spPr>
          <a:xfrm>
            <a:off x="252000" y="331200"/>
            <a:ext cx="8136000" cy="184666"/>
          </a:xfrm>
          <a:prstGeom prst="rect">
            <a:avLst/>
          </a:prstGeom>
        </p:spPr>
        <p:txBody>
          <a:bodyPr lIns="0" tIns="0" rIns="0" bIns="0">
            <a:spAutoFit/>
          </a:bodyPr>
          <a:lstStyle>
            <a:lvl1pPr>
              <a:defRPr lang="en-US" sz="1200" b="0" kern="1200" dirty="0" smtClean="0">
                <a:solidFill>
                  <a:schemeClr val="bg1"/>
                </a:solidFill>
                <a:latin typeface="+mn-lt"/>
                <a:ea typeface="+mn-ea"/>
                <a:cs typeface="+mn-cs"/>
              </a:defRPr>
            </a:lvl1pPr>
            <a:lvl2pPr>
              <a:defRPr lang="en-US" sz="1200" b="0" kern="1200" dirty="0" smtClean="0">
                <a:solidFill>
                  <a:srgbClr val="29005A"/>
                </a:solidFill>
                <a:latin typeface="+mn-lt"/>
                <a:ea typeface="+mn-ea"/>
                <a:cs typeface="+mn-cs"/>
              </a:defRPr>
            </a:lvl2pPr>
            <a:lvl3pPr>
              <a:defRPr lang="en-US" sz="1200" b="0" kern="1200" dirty="0" smtClean="0">
                <a:solidFill>
                  <a:srgbClr val="29005A"/>
                </a:solidFill>
                <a:latin typeface="+mn-lt"/>
                <a:ea typeface="+mn-ea"/>
                <a:cs typeface="+mn-cs"/>
              </a:defRPr>
            </a:lvl3pPr>
            <a:lvl4pPr>
              <a:defRPr lang="en-US" sz="1200" b="0" kern="1200" dirty="0" smtClean="0">
                <a:solidFill>
                  <a:srgbClr val="29005A"/>
                </a:solidFill>
                <a:latin typeface="+mn-lt"/>
                <a:ea typeface="+mn-ea"/>
                <a:cs typeface="+mn-cs"/>
              </a:defRPr>
            </a:lvl4pPr>
            <a:lvl5pPr>
              <a:defRPr lang="en-GB" sz="1200" b="0" kern="1200" dirty="0" smtClean="0">
                <a:solidFill>
                  <a:srgbClr val="29005A"/>
                </a:solidFill>
                <a:latin typeface="+mn-lt"/>
                <a:ea typeface="+mn-ea"/>
                <a:cs typeface="+mn-cs"/>
              </a:defRPr>
            </a:lvl5pPr>
          </a:lstStyle>
          <a:p>
            <a:pPr marL="0" lvl="0" indent="0" algn="l" defTabSz="457189" rtl="0" eaLnBrk="1" latinLnBrk="0" hangingPunct="1">
              <a:spcBef>
                <a:spcPts val="0"/>
              </a:spcBef>
              <a:buFontTx/>
              <a:buNone/>
            </a:pPr>
            <a:r>
              <a:rPr lang="en-US" dirty="0"/>
              <a:t>Click to edit Master text styles</a:t>
            </a:r>
          </a:p>
        </p:txBody>
      </p:sp>
    </p:spTree>
    <p:extLst>
      <p:ext uri="{BB962C8B-B14F-4D97-AF65-F5344CB8AC3E}">
        <p14:creationId xmlns:p14="http://schemas.microsoft.com/office/powerpoint/2010/main" val="1142518345"/>
      </p:ext>
    </p:extLst>
  </p:cSld>
  <p:clrMapOvr>
    <a:masterClrMapping/>
  </p:clrMapOvr>
  <p:extLst>
    <p:ext uri="{DCECCB84-F9BA-43D5-87BE-67443E8EF086}">
      <p15:sldGuideLst xmlns:p15="http://schemas.microsoft.com/office/powerpoint/2012/main">
        <p15:guide id="2" orient="horz" pos="323" userDrawn="1">
          <p15:clr>
            <a:srgbClr val="FBAE40"/>
          </p15:clr>
        </p15:guide>
        <p15:guide id="3" orient="horz" pos="1933" userDrawn="1">
          <p15:clr>
            <a:srgbClr val="FBAE40"/>
          </p15:clr>
        </p15:guide>
        <p15:guide id="4" orient="horz" pos="3022" userDrawn="1">
          <p15:clr>
            <a:srgbClr val="FBAE40"/>
          </p15:clr>
        </p15:guide>
        <p15:guide id="5" orient="horz" pos="84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nal slide">
    <p:bg>
      <p:bgPr>
        <a:solidFill>
          <a:schemeClr val="tx1"/>
        </a:solidFill>
        <a:effectLst/>
      </p:bgPr>
    </p:bg>
    <p:spTree>
      <p:nvGrpSpPr>
        <p:cNvPr id="1" name=""/>
        <p:cNvGrpSpPr/>
        <p:nvPr/>
      </p:nvGrpSpPr>
      <p:grpSpPr>
        <a:xfrm>
          <a:off x="0" y="0"/>
          <a:ext cx="0" cy="0"/>
          <a:chOff x="0" y="0"/>
          <a:chExt cx="0" cy="0"/>
        </a:xfrm>
      </p:grpSpPr>
      <p:sp>
        <p:nvSpPr>
          <p:cNvPr id="17" name="Text Placeholder 16"/>
          <p:cNvSpPr>
            <a:spLocks noGrp="1"/>
          </p:cNvSpPr>
          <p:nvPr>
            <p:ph type="body" sz="quarter" idx="10" hasCustomPrompt="1"/>
          </p:nvPr>
        </p:nvSpPr>
        <p:spPr>
          <a:xfrm>
            <a:off x="250825" y="5270691"/>
            <a:ext cx="8642350" cy="276999"/>
          </a:xfrm>
          <a:prstGeom prst="rect">
            <a:avLst/>
          </a:prstGeom>
        </p:spPr>
        <p:txBody>
          <a:bodyPr lIns="0" tIns="0" rIns="0" bIns="0">
            <a:spAutoFit/>
          </a:bodyPr>
          <a:lstStyle>
            <a:lvl1pPr algn="ctr">
              <a:buNone/>
              <a:defRPr sz="1800" baseline="0">
                <a:solidFill>
                  <a:schemeClr val="bg1"/>
                </a:solidFill>
                <a:latin typeface="Arial" panose="020B0604020202020204" pitchFamily="34" charset="0"/>
                <a:cs typeface="Arial" panose="020B0604020202020204" pitchFamily="34" charset="0"/>
              </a:defRPr>
            </a:lvl1pPr>
          </a:lstStyle>
          <a:p>
            <a:pPr lvl="0"/>
            <a:r>
              <a:rPr lang="en-GB" dirty="0"/>
              <a:t>collision-help@foresightfactory.co</a:t>
            </a:r>
          </a:p>
        </p:txBody>
      </p:sp>
      <p:grpSp>
        <p:nvGrpSpPr>
          <p:cNvPr id="10" name="Group 4">
            <a:extLst>
              <a:ext uri="{FF2B5EF4-FFF2-40B4-BE49-F238E27FC236}">
                <a16:creationId xmlns:a16="http://schemas.microsoft.com/office/drawing/2014/main" id="{AC1372E1-9D96-4AA7-9A8B-2D5AD7EA114C}"/>
              </a:ext>
            </a:extLst>
          </p:cNvPr>
          <p:cNvGrpSpPr>
            <a:grpSpLocks noChangeAspect="1"/>
          </p:cNvGrpSpPr>
          <p:nvPr userDrawn="1"/>
        </p:nvGrpSpPr>
        <p:grpSpPr bwMode="auto">
          <a:xfrm>
            <a:off x="257721" y="276637"/>
            <a:ext cx="2003526" cy="596488"/>
            <a:chOff x="232" y="888"/>
            <a:chExt cx="4736" cy="1410"/>
          </a:xfrm>
          <a:solidFill>
            <a:schemeClr val="bg1"/>
          </a:solidFill>
        </p:grpSpPr>
        <p:sp>
          <p:nvSpPr>
            <p:cNvPr id="11" name="Freeform 5">
              <a:extLst>
                <a:ext uri="{FF2B5EF4-FFF2-40B4-BE49-F238E27FC236}">
                  <a16:creationId xmlns:a16="http://schemas.microsoft.com/office/drawing/2014/main" id="{D587E674-BF31-4192-B4FC-78511E7168CA}"/>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461C5091-AA18-4629-924C-002D5904E357}"/>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34952694-566C-486B-AD68-B779153EF603}"/>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2974AC14-644A-440E-8DE8-FEC980453FCA}"/>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E4628E05-BF0D-4B94-8871-F81474BF86CE}"/>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E4932972-1DB1-4978-93BC-E29D7995B075}"/>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1">
              <a:extLst>
                <a:ext uri="{FF2B5EF4-FFF2-40B4-BE49-F238E27FC236}">
                  <a16:creationId xmlns:a16="http://schemas.microsoft.com/office/drawing/2014/main" id="{9D451020-4887-46C0-85DE-E5322BFE7AB0}"/>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2">
              <a:extLst>
                <a:ext uri="{FF2B5EF4-FFF2-40B4-BE49-F238E27FC236}">
                  <a16:creationId xmlns:a16="http://schemas.microsoft.com/office/drawing/2014/main" id="{C04D721F-ED6C-481E-BE52-70AC25B4A830}"/>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3">
              <a:extLst>
                <a:ext uri="{FF2B5EF4-FFF2-40B4-BE49-F238E27FC236}">
                  <a16:creationId xmlns:a16="http://schemas.microsoft.com/office/drawing/2014/main" id="{EB89873B-A708-4AC9-AECB-76665CAE10F4}"/>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14">
              <a:extLst>
                <a:ext uri="{FF2B5EF4-FFF2-40B4-BE49-F238E27FC236}">
                  <a16:creationId xmlns:a16="http://schemas.microsoft.com/office/drawing/2014/main" id="{562D4BD0-57CE-4EE5-82AE-0175A662AD59}"/>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15">
              <a:extLst>
                <a:ext uri="{FF2B5EF4-FFF2-40B4-BE49-F238E27FC236}">
                  <a16:creationId xmlns:a16="http://schemas.microsoft.com/office/drawing/2014/main" id="{3C4AA353-4D25-4D02-9BEA-84CB628F11D8}"/>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16">
              <a:extLst>
                <a:ext uri="{FF2B5EF4-FFF2-40B4-BE49-F238E27FC236}">
                  <a16:creationId xmlns:a16="http://schemas.microsoft.com/office/drawing/2014/main" id="{C4BCA016-0641-47C6-8F26-0A3BDC5D4007}"/>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7">
              <a:extLst>
                <a:ext uri="{FF2B5EF4-FFF2-40B4-BE49-F238E27FC236}">
                  <a16:creationId xmlns:a16="http://schemas.microsoft.com/office/drawing/2014/main" id="{793192D1-308E-42E5-95B3-27E2F6F09D9D}"/>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8">
              <a:extLst>
                <a:ext uri="{FF2B5EF4-FFF2-40B4-BE49-F238E27FC236}">
                  <a16:creationId xmlns:a16="http://schemas.microsoft.com/office/drawing/2014/main" id="{DCFB4E9C-46DC-460A-A35A-541D2BBAED94}"/>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9">
              <a:extLst>
                <a:ext uri="{FF2B5EF4-FFF2-40B4-BE49-F238E27FC236}">
                  <a16:creationId xmlns:a16="http://schemas.microsoft.com/office/drawing/2014/main" id="{BE9191B0-26CE-4079-A4D2-852B05C7B3C8}"/>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0">
              <a:extLst>
                <a:ext uri="{FF2B5EF4-FFF2-40B4-BE49-F238E27FC236}">
                  <a16:creationId xmlns:a16="http://schemas.microsoft.com/office/drawing/2014/main" id="{73BFC720-6064-4CB2-8501-DFD4A7270448}"/>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Rectangle 21">
              <a:extLst>
                <a:ext uri="{FF2B5EF4-FFF2-40B4-BE49-F238E27FC236}">
                  <a16:creationId xmlns:a16="http://schemas.microsoft.com/office/drawing/2014/main" id="{75618806-9001-4D00-8C3B-8C880302F27B}"/>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Rectangle 22">
              <a:extLst>
                <a:ext uri="{FF2B5EF4-FFF2-40B4-BE49-F238E27FC236}">
                  <a16:creationId xmlns:a16="http://schemas.microsoft.com/office/drawing/2014/main" id="{F1F3352C-9EE3-4827-8B4A-C11EDC91078C}"/>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Rectangle 23">
              <a:extLst>
                <a:ext uri="{FF2B5EF4-FFF2-40B4-BE49-F238E27FC236}">
                  <a16:creationId xmlns:a16="http://schemas.microsoft.com/office/drawing/2014/main" id="{B91BF45F-ED03-4B0B-8EC2-EF1306479D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24">
              <a:extLst>
                <a:ext uri="{FF2B5EF4-FFF2-40B4-BE49-F238E27FC236}">
                  <a16:creationId xmlns:a16="http://schemas.microsoft.com/office/drawing/2014/main" id="{5E1FC822-5896-4C8F-8FF3-F05992C3B3E6}"/>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25">
              <a:extLst>
                <a:ext uri="{FF2B5EF4-FFF2-40B4-BE49-F238E27FC236}">
                  <a16:creationId xmlns:a16="http://schemas.microsoft.com/office/drawing/2014/main" id="{B38DF2F6-70B3-449F-B8D8-D4784413199E}"/>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26">
              <a:extLst>
                <a:ext uri="{FF2B5EF4-FFF2-40B4-BE49-F238E27FC236}">
                  <a16:creationId xmlns:a16="http://schemas.microsoft.com/office/drawing/2014/main" id="{4F8AD4E9-BBE9-43E5-8AD2-6DEBE4BA5F36}"/>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27">
              <a:extLst>
                <a:ext uri="{FF2B5EF4-FFF2-40B4-BE49-F238E27FC236}">
                  <a16:creationId xmlns:a16="http://schemas.microsoft.com/office/drawing/2014/main" id="{2A80F1CD-FDD3-498B-982E-E2336B93125A}"/>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28">
              <a:extLst>
                <a:ext uri="{FF2B5EF4-FFF2-40B4-BE49-F238E27FC236}">
                  <a16:creationId xmlns:a16="http://schemas.microsoft.com/office/drawing/2014/main" id="{20E9AB1A-64CA-40AA-BFFA-0EE0197B9007}"/>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29">
              <a:extLst>
                <a:ext uri="{FF2B5EF4-FFF2-40B4-BE49-F238E27FC236}">
                  <a16:creationId xmlns:a16="http://schemas.microsoft.com/office/drawing/2014/main" id="{80829A9E-FE00-4247-A7E7-3076BCB331F5}"/>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30">
              <a:extLst>
                <a:ext uri="{FF2B5EF4-FFF2-40B4-BE49-F238E27FC236}">
                  <a16:creationId xmlns:a16="http://schemas.microsoft.com/office/drawing/2014/main" id="{E0EACCAF-D1E7-467A-9E72-9B1A53315338}"/>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1">
              <a:extLst>
                <a:ext uri="{FF2B5EF4-FFF2-40B4-BE49-F238E27FC236}">
                  <a16:creationId xmlns:a16="http://schemas.microsoft.com/office/drawing/2014/main" id="{53D25CB7-9CB2-4CC3-AAC5-561797800833}"/>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2">
              <a:extLst>
                <a:ext uri="{FF2B5EF4-FFF2-40B4-BE49-F238E27FC236}">
                  <a16:creationId xmlns:a16="http://schemas.microsoft.com/office/drawing/2014/main" id="{A754F877-121F-4829-A783-3A5E4A8E20FB}"/>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33">
              <a:extLst>
                <a:ext uri="{FF2B5EF4-FFF2-40B4-BE49-F238E27FC236}">
                  <a16:creationId xmlns:a16="http://schemas.microsoft.com/office/drawing/2014/main" id="{0F324D91-198E-4C0E-A644-10CBFC345BF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34">
              <a:extLst>
                <a:ext uri="{FF2B5EF4-FFF2-40B4-BE49-F238E27FC236}">
                  <a16:creationId xmlns:a16="http://schemas.microsoft.com/office/drawing/2014/main" id="{15271528-9DFF-44DC-94E1-D886A8E4CD8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35">
              <a:extLst>
                <a:ext uri="{FF2B5EF4-FFF2-40B4-BE49-F238E27FC236}">
                  <a16:creationId xmlns:a16="http://schemas.microsoft.com/office/drawing/2014/main" id="{2E626BA1-FAF1-4C2C-92AF-E417A2303B5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8" name="Line">
            <a:extLst>
              <a:ext uri="{FF2B5EF4-FFF2-40B4-BE49-F238E27FC236}">
                <a16:creationId xmlns:a16="http://schemas.microsoft.com/office/drawing/2014/main" id="{6912D760-4B0E-4AB8-BB00-0E04D8FE1CBF}"/>
              </a:ext>
            </a:extLst>
          </p:cNvPr>
          <p:cNvSpPr/>
          <p:nvPr userDrawn="1"/>
        </p:nvSpPr>
        <p:spPr>
          <a:xfrm>
            <a:off x="250825" y="1052513"/>
            <a:ext cx="8642350" cy="0"/>
          </a:xfrm>
          <a:prstGeom prst="line">
            <a:avLst/>
          </a:prstGeom>
          <a:ln w="19050">
            <a:solidFill>
              <a:srgbClr val="FFFFFF"/>
            </a:solidFill>
          </a:ln>
        </p:spPr>
        <p:txBody>
          <a:bodyPr lIns="22859" tIns="22859" rIns="22859" bIns="22859"/>
          <a:lstStyle/>
          <a:p>
            <a:endParaRPr sz="800"/>
          </a:p>
        </p:txBody>
      </p:sp>
      <p:sp>
        <p:nvSpPr>
          <p:cNvPr id="49" name="TextBox 48">
            <a:extLst>
              <a:ext uri="{FF2B5EF4-FFF2-40B4-BE49-F238E27FC236}">
                <a16:creationId xmlns:a16="http://schemas.microsoft.com/office/drawing/2014/main" id="{5DBE941D-013F-44E8-8E56-52D14C740807}"/>
              </a:ext>
            </a:extLst>
          </p:cNvPr>
          <p:cNvSpPr txBox="1"/>
          <p:nvPr userDrawn="1"/>
        </p:nvSpPr>
        <p:spPr>
          <a:xfrm>
            <a:off x="250825" y="4988739"/>
            <a:ext cx="8642350" cy="276999"/>
          </a:xfrm>
          <a:prstGeom prst="rect">
            <a:avLst/>
          </a:prstGeom>
          <a:noFill/>
        </p:spPr>
        <p:txBody>
          <a:bodyPr wrap="square" lIns="0" tIns="0" rIns="0" bIns="0">
            <a:spAutoFit/>
          </a:bodyPr>
          <a:lstStyle/>
          <a:p>
            <a:pPr algn="ctr"/>
            <a:r>
              <a:rPr lang="en-GB" b="1" dirty="0">
                <a:solidFill>
                  <a:schemeClr val="bg1"/>
                </a:solidFill>
                <a:latin typeface="+mj-lt"/>
              </a:rPr>
              <a:t>For more information please contact</a:t>
            </a:r>
          </a:p>
        </p:txBody>
      </p:sp>
      <p:sp>
        <p:nvSpPr>
          <p:cNvPr id="50" name="TextBox 49">
            <a:extLst>
              <a:ext uri="{FF2B5EF4-FFF2-40B4-BE49-F238E27FC236}">
                <a16:creationId xmlns:a16="http://schemas.microsoft.com/office/drawing/2014/main" id="{360E9D31-5C4D-4907-999A-53D56626EA58}"/>
              </a:ext>
            </a:extLst>
          </p:cNvPr>
          <p:cNvSpPr txBox="1"/>
          <p:nvPr userDrawn="1"/>
        </p:nvSpPr>
        <p:spPr>
          <a:xfrm>
            <a:off x="250825" y="6274323"/>
            <a:ext cx="8642350" cy="246221"/>
          </a:xfrm>
          <a:prstGeom prst="rect">
            <a:avLst/>
          </a:prstGeom>
          <a:noFill/>
        </p:spPr>
        <p:txBody>
          <a:bodyPr wrap="square" lIns="0" tIns="0" rIns="0" bIns="0">
            <a:spAutoFit/>
          </a:bodyPr>
          <a:lstStyle/>
          <a:p>
            <a:pPr marL="0" marR="0" lvl="0" indent="0" algn="l" defTabSz="457189" rtl="0" eaLnBrk="1" fontAlgn="auto" latinLnBrk="0" hangingPunct="1">
              <a:lnSpc>
                <a:spcPct val="100000"/>
              </a:lnSpc>
              <a:spcBef>
                <a:spcPts val="0"/>
              </a:spcBef>
              <a:spcAft>
                <a:spcPts val="0"/>
              </a:spcAft>
              <a:buClr>
                <a:srgbClr val="009D8E"/>
              </a:buClr>
              <a:buSzPct val="100000"/>
              <a:buFontTx/>
              <a:buNone/>
              <a:tabLst/>
              <a:defRPr/>
            </a:pPr>
            <a: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t>This content is copyright of Foresight Factory International</a:t>
            </a:r>
            <a:b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br>
            <a: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t>© Foresight Factory 2020. All rights reserved.</a:t>
            </a:r>
          </a:p>
        </p:txBody>
      </p:sp>
    </p:spTree>
    <p:extLst>
      <p:ext uri="{BB962C8B-B14F-4D97-AF65-F5344CB8AC3E}">
        <p14:creationId xmlns:p14="http://schemas.microsoft.com/office/powerpoint/2010/main" val="3149845524"/>
      </p:ext>
    </p:extLst>
  </p:cSld>
  <p:clrMapOvr>
    <a:masterClrMapping/>
  </p:clrMapOvr>
  <p:extLst>
    <p:ext uri="{DCECCB84-F9BA-43D5-87BE-67443E8EF086}">
      <p15:sldGuideLst xmlns:p15="http://schemas.microsoft.com/office/powerpoint/2012/main">
        <p15:guide id="1" orient="horz" pos="331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4843A4D9-7D02-4B9F-8891-F981F175861F}"/>
              </a:ext>
            </a:extLst>
          </p:cNvPr>
          <p:cNvSpPr/>
          <p:nvPr userDrawn="1"/>
        </p:nvSpPr>
        <p:spPr>
          <a:xfrm>
            <a:off x="0" y="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1" name="subtitle_element"/>
          <p:cNvSpPr>
            <a:spLocks noGrp="1"/>
          </p:cNvSpPr>
          <p:nvPr>
            <p:ph type="body" sz="quarter" idx="11" hasCustomPrompt="1"/>
          </p:nvPr>
        </p:nvSpPr>
        <p:spPr>
          <a:xfrm>
            <a:off x="250825" y="3644900"/>
            <a:ext cx="4321175" cy="1080851"/>
          </a:xfrm>
          <a:prstGeom prst="rect">
            <a:avLst/>
          </a:prstGeom>
        </p:spPr>
        <p:txBody>
          <a:bodyPr lIns="0" tIns="0" rIns="0" bIns="0">
            <a:noAutofit/>
          </a:bodyPr>
          <a:lstStyle>
            <a:lvl1pPr marL="0" indent="0" algn="l">
              <a:buFontTx/>
              <a:buNone/>
              <a:defRPr sz="2000" b="1">
                <a:solidFill>
                  <a:schemeClr val="bg1"/>
                </a:solidFill>
                <a:latin typeface="+mj-lt"/>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&lt;TREND SUBTITLE&gt;</a:t>
            </a:r>
            <a:endParaRPr lang="en-GB" dirty="0"/>
          </a:p>
        </p:txBody>
      </p:sp>
      <p:sp>
        <p:nvSpPr>
          <p:cNvPr id="30" name="title_element"/>
          <p:cNvSpPr>
            <a:spLocks noGrp="1"/>
          </p:cNvSpPr>
          <p:nvPr>
            <p:ph type="body" sz="quarter" idx="10" hasCustomPrompt="1"/>
          </p:nvPr>
        </p:nvSpPr>
        <p:spPr>
          <a:xfrm>
            <a:off x="250825" y="2887663"/>
            <a:ext cx="4321175" cy="612775"/>
          </a:xfrm>
          <a:prstGeom prst="rect">
            <a:avLst/>
          </a:prstGeom>
        </p:spPr>
        <p:txBody>
          <a:bodyPr lIns="0" tIns="0" rIns="0" bIns="0" anchor="b" anchorCtr="0">
            <a:noAutofit/>
          </a:bodyPr>
          <a:lstStyle>
            <a:lvl1pPr marL="0" indent="0" algn="l">
              <a:lnSpc>
                <a:spcPct val="90000"/>
              </a:lnSpc>
              <a:spcBef>
                <a:spcPts val="0"/>
              </a:spcBef>
              <a:buFontTx/>
              <a:buNone/>
              <a:defRPr sz="4800" b="1">
                <a:solidFill>
                  <a:schemeClr val="bg1"/>
                </a:solidFill>
                <a:latin typeface="+mj-lt"/>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&lt;TREND TITLE&gt;</a:t>
            </a:r>
            <a:endParaRPr lang="en-GB" dirty="0"/>
          </a:p>
        </p:txBody>
      </p:sp>
      <p:sp>
        <p:nvSpPr>
          <p:cNvPr id="2" name="line">
            <a:extLst>
              <a:ext uri="{FF2B5EF4-FFF2-40B4-BE49-F238E27FC236}">
                <a16:creationId xmlns:a16="http://schemas.microsoft.com/office/drawing/2014/main" id="{88911AB0-5713-4626-B4FC-E62DE9868EF2}"/>
              </a:ext>
            </a:extLst>
          </p:cNvPr>
          <p:cNvSpPr/>
          <p:nvPr userDrawn="1"/>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9" name="ff_logo">
            <a:extLst>
              <a:ext uri="{FF2B5EF4-FFF2-40B4-BE49-F238E27FC236}">
                <a16:creationId xmlns:a16="http://schemas.microsoft.com/office/drawing/2014/main" id="{B4A6FA1E-2E76-48E1-A0AC-395521969D20}"/>
              </a:ext>
            </a:extLst>
          </p:cNvPr>
          <p:cNvGrpSpPr>
            <a:grpSpLocks noChangeAspect="1"/>
          </p:cNvGrpSpPr>
          <p:nvPr userDrawn="1"/>
        </p:nvGrpSpPr>
        <p:grpSpPr bwMode="auto">
          <a:xfrm>
            <a:off x="257721" y="276637"/>
            <a:ext cx="2003526" cy="596488"/>
            <a:chOff x="232" y="888"/>
            <a:chExt cx="4736" cy="1410"/>
          </a:xfrm>
          <a:solidFill>
            <a:schemeClr val="bg1"/>
          </a:solidFill>
        </p:grpSpPr>
        <p:sp>
          <p:nvSpPr>
            <p:cNvPr id="10" name="Freeform 5">
              <a:extLst>
                <a:ext uri="{FF2B5EF4-FFF2-40B4-BE49-F238E27FC236}">
                  <a16:creationId xmlns:a16="http://schemas.microsoft.com/office/drawing/2014/main" id="{21DBE399-0F40-4417-9234-B2C5A7844EFB}"/>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46DA6A5D-6877-428A-B254-6A1BD2EC2678}"/>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7">
              <a:extLst>
                <a:ext uri="{FF2B5EF4-FFF2-40B4-BE49-F238E27FC236}">
                  <a16:creationId xmlns:a16="http://schemas.microsoft.com/office/drawing/2014/main" id="{30D682F6-B003-4E3C-9208-E0EB6BB9B1A1}"/>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8">
              <a:extLst>
                <a:ext uri="{FF2B5EF4-FFF2-40B4-BE49-F238E27FC236}">
                  <a16:creationId xmlns:a16="http://schemas.microsoft.com/office/drawing/2014/main" id="{0845E530-87E8-43AC-B98E-B0F8154534E5}"/>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9">
              <a:extLst>
                <a:ext uri="{FF2B5EF4-FFF2-40B4-BE49-F238E27FC236}">
                  <a16:creationId xmlns:a16="http://schemas.microsoft.com/office/drawing/2014/main" id="{99478313-A0B5-47BD-B57E-E1D0A04A8BC2}"/>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0">
              <a:extLst>
                <a:ext uri="{FF2B5EF4-FFF2-40B4-BE49-F238E27FC236}">
                  <a16:creationId xmlns:a16="http://schemas.microsoft.com/office/drawing/2014/main" id="{4F98E3D1-AC48-4195-B4E7-E983FFE4B1E5}"/>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1">
              <a:extLst>
                <a:ext uri="{FF2B5EF4-FFF2-40B4-BE49-F238E27FC236}">
                  <a16:creationId xmlns:a16="http://schemas.microsoft.com/office/drawing/2014/main" id="{4C1AC9DE-2ADC-4602-B955-0F5DF600C2FD}"/>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2">
              <a:extLst>
                <a:ext uri="{FF2B5EF4-FFF2-40B4-BE49-F238E27FC236}">
                  <a16:creationId xmlns:a16="http://schemas.microsoft.com/office/drawing/2014/main" id="{A0011C0C-5904-47F6-B750-7EDA42E00EAE}"/>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3">
              <a:extLst>
                <a:ext uri="{FF2B5EF4-FFF2-40B4-BE49-F238E27FC236}">
                  <a16:creationId xmlns:a16="http://schemas.microsoft.com/office/drawing/2014/main" id="{D80F666E-1C36-41BB-B953-E8B0F38DA17C}"/>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57A4DF54-5169-479D-B1A7-7427280F6469}"/>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5">
              <a:extLst>
                <a:ext uri="{FF2B5EF4-FFF2-40B4-BE49-F238E27FC236}">
                  <a16:creationId xmlns:a16="http://schemas.microsoft.com/office/drawing/2014/main" id="{079128CA-5BE3-4FE4-A1B4-FCBE547B50E1}"/>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6">
              <a:extLst>
                <a:ext uri="{FF2B5EF4-FFF2-40B4-BE49-F238E27FC236}">
                  <a16:creationId xmlns:a16="http://schemas.microsoft.com/office/drawing/2014/main" id="{1DC7959B-1A1F-4040-A288-B600F24D9CF3}"/>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7">
              <a:extLst>
                <a:ext uri="{FF2B5EF4-FFF2-40B4-BE49-F238E27FC236}">
                  <a16:creationId xmlns:a16="http://schemas.microsoft.com/office/drawing/2014/main" id="{A7388B1B-5DA2-428A-AE29-A7A1AC7A2B7E}"/>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8">
              <a:extLst>
                <a:ext uri="{FF2B5EF4-FFF2-40B4-BE49-F238E27FC236}">
                  <a16:creationId xmlns:a16="http://schemas.microsoft.com/office/drawing/2014/main" id="{2C620A47-7688-42A7-A421-3FCD2DB82ECF}"/>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19">
              <a:extLst>
                <a:ext uri="{FF2B5EF4-FFF2-40B4-BE49-F238E27FC236}">
                  <a16:creationId xmlns:a16="http://schemas.microsoft.com/office/drawing/2014/main" id="{00A14A05-F8DF-41CD-B1DC-E984899041E2}"/>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20">
              <a:extLst>
                <a:ext uri="{FF2B5EF4-FFF2-40B4-BE49-F238E27FC236}">
                  <a16:creationId xmlns:a16="http://schemas.microsoft.com/office/drawing/2014/main" id="{EB38F27F-DAB7-4E65-85E3-E40749F78AF8}"/>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1">
              <a:extLst>
                <a:ext uri="{FF2B5EF4-FFF2-40B4-BE49-F238E27FC236}">
                  <a16:creationId xmlns:a16="http://schemas.microsoft.com/office/drawing/2014/main" id="{BC6EC793-8076-48B2-93BC-9577E89E33E4}"/>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Rectangle 22">
              <a:extLst>
                <a:ext uri="{FF2B5EF4-FFF2-40B4-BE49-F238E27FC236}">
                  <a16:creationId xmlns:a16="http://schemas.microsoft.com/office/drawing/2014/main" id="{B03D9D66-3E5D-4D68-BCA8-6402B180A5C3}"/>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Rectangle 23">
              <a:extLst>
                <a:ext uri="{FF2B5EF4-FFF2-40B4-BE49-F238E27FC236}">
                  <a16:creationId xmlns:a16="http://schemas.microsoft.com/office/drawing/2014/main" id="{5AD08F10-75F1-4CC7-8E82-A74EAE1E9721}"/>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4">
              <a:extLst>
                <a:ext uri="{FF2B5EF4-FFF2-40B4-BE49-F238E27FC236}">
                  <a16:creationId xmlns:a16="http://schemas.microsoft.com/office/drawing/2014/main" id="{B478BFF8-861E-44E8-A160-40C34D3F4B11}"/>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25">
              <a:extLst>
                <a:ext uri="{FF2B5EF4-FFF2-40B4-BE49-F238E27FC236}">
                  <a16:creationId xmlns:a16="http://schemas.microsoft.com/office/drawing/2014/main" id="{C91DE7CE-7ABB-4A91-95E4-0C7AB71EDA94}"/>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26">
              <a:extLst>
                <a:ext uri="{FF2B5EF4-FFF2-40B4-BE49-F238E27FC236}">
                  <a16:creationId xmlns:a16="http://schemas.microsoft.com/office/drawing/2014/main" id="{E139C7B8-03CC-486D-8039-FF3B79D88138}"/>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27">
              <a:extLst>
                <a:ext uri="{FF2B5EF4-FFF2-40B4-BE49-F238E27FC236}">
                  <a16:creationId xmlns:a16="http://schemas.microsoft.com/office/drawing/2014/main" id="{066D5D97-E143-4E00-B18C-846533C478D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28">
              <a:extLst>
                <a:ext uri="{FF2B5EF4-FFF2-40B4-BE49-F238E27FC236}">
                  <a16:creationId xmlns:a16="http://schemas.microsoft.com/office/drawing/2014/main" id="{CD4804DD-8237-4393-9477-9EEE72647ADD}"/>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29">
              <a:extLst>
                <a:ext uri="{FF2B5EF4-FFF2-40B4-BE49-F238E27FC236}">
                  <a16:creationId xmlns:a16="http://schemas.microsoft.com/office/drawing/2014/main" id="{559D779A-600F-4D13-8D21-73637E976109}"/>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30">
              <a:extLst>
                <a:ext uri="{FF2B5EF4-FFF2-40B4-BE49-F238E27FC236}">
                  <a16:creationId xmlns:a16="http://schemas.microsoft.com/office/drawing/2014/main" id="{7A74D1B9-39FA-4227-9055-4D03C319496D}"/>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1">
              <a:extLst>
                <a:ext uri="{FF2B5EF4-FFF2-40B4-BE49-F238E27FC236}">
                  <a16:creationId xmlns:a16="http://schemas.microsoft.com/office/drawing/2014/main" id="{FAA44BAD-A374-4B0F-BBC6-E212258D7170}"/>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2">
              <a:extLst>
                <a:ext uri="{FF2B5EF4-FFF2-40B4-BE49-F238E27FC236}">
                  <a16:creationId xmlns:a16="http://schemas.microsoft.com/office/drawing/2014/main" id="{A12A40A8-8724-4B20-9C5C-A7ADD6DB9367}"/>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33">
              <a:extLst>
                <a:ext uri="{FF2B5EF4-FFF2-40B4-BE49-F238E27FC236}">
                  <a16:creationId xmlns:a16="http://schemas.microsoft.com/office/drawing/2014/main" id="{2CF19A02-BC56-4D13-86B9-2A916331A494}"/>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34">
              <a:extLst>
                <a:ext uri="{FF2B5EF4-FFF2-40B4-BE49-F238E27FC236}">
                  <a16:creationId xmlns:a16="http://schemas.microsoft.com/office/drawing/2014/main" id="{13F56CFA-5D9B-4B3C-BD8A-2B18DD91E955}"/>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35">
              <a:extLst>
                <a:ext uri="{FF2B5EF4-FFF2-40B4-BE49-F238E27FC236}">
                  <a16:creationId xmlns:a16="http://schemas.microsoft.com/office/drawing/2014/main" id="{565B96D2-5770-4C13-A8C3-B41A100B0FE3}"/>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 name="TextBox 3">
            <a:extLst>
              <a:ext uri="{FF2B5EF4-FFF2-40B4-BE49-F238E27FC236}">
                <a16:creationId xmlns:a16="http://schemas.microsoft.com/office/drawing/2014/main" id="{229B6D18-638F-4E58-9347-766EE22E3207}"/>
              </a:ext>
            </a:extLst>
          </p:cNvPr>
          <p:cNvSpPr txBox="1"/>
          <p:nvPr userDrawn="1"/>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3640576328"/>
      </p:ext>
    </p:extLst>
  </p:cSld>
  <p:clrMapOvr>
    <a:masterClrMapping/>
  </p:clrMapOvr>
  <p:extLst>
    <p:ext uri="{DCECCB84-F9BA-43D5-87BE-67443E8EF086}">
      <p15:sldGuideLst xmlns:p15="http://schemas.microsoft.com/office/powerpoint/2012/main">
        <p15:guide id="1" orient="horz" pos="164">
          <p15:clr>
            <a:srgbClr val="FBAE40"/>
          </p15:clr>
        </p15:guide>
        <p15:guide id="2" orient="horz" pos="550">
          <p15:clr>
            <a:srgbClr val="FBAE40"/>
          </p15:clr>
        </p15:guide>
        <p15:guide id="3" orient="horz" pos="663">
          <p15:clr>
            <a:srgbClr val="FBAE40"/>
          </p15:clr>
        </p15:guide>
        <p15:guide id="4" orient="horz" pos="2205">
          <p15:clr>
            <a:srgbClr val="FBAE40"/>
          </p15:clr>
        </p15:guide>
        <p15:guide id="5" pos="1882">
          <p15:clr>
            <a:srgbClr val="FBAE40"/>
          </p15:clr>
        </p15:guide>
        <p15:guide id="6" pos="2018">
          <p15:clr>
            <a:srgbClr val="FBAE40"/>
          </p15:clr>
        </p15:guide>
        <p15:guide id="7" pos="3742">
          <p15:clr>
            <a:srgbClr val="FBAE40"/>
          </p15:clr>
        </p15:guide>
        <p15:guide id="8" pos="3878">
          <p15:clr>
            <a:srgbClr val="FBAE40"/>
          </p15:clr>
        </p15:guide>
        <p15:guide id="9" orient="horz" pos="1412">
          <p15:clr>
            <a:srgbClr val="FBAE40"/>
          </p15:clr>
        </p15:guide>
        <p15:guide id="10" orient="horz" pos="22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tx1"/>
        </a:solidFill>
        <a:effectLst/>
      </p:bgPr>
    </p:bg>
    <p:spTree>
      <p:nvGrpSpPr>
        <p:cNvPr id="1" name=""/>
        <p:cNvGrpSpPr/>
        <p:nvPr/>
      </p:nvGrpSpPr>
      <p:grpSpPr>
        <a:xfrm>
          <a:off x="0" y="0"/>
          <a:ext cx="0" cy="0"/>
          <a:chOff x="0" y="0"/>
          <a:chExt cx="0" cy="0"/>
        </a:xfrm>
      </p:grpSpPr>
      <p:sp>
        <p:nvSpPr>
          <p:cNvPr id="2" name="title_element"/>
          <p:cNvSpPr>
            <a:spLocks noGrp="1"/>
          </p:cNvSpPr>
          <p:nvPr>
            <p:ph type="title" hasCustomPrompt="1"/>
          </p:nvPr>
        </p:nvSpPr>
        <p:spPr>
          <a:xfrm>
            <a:off x="250825" y="3096601"/>
            <a:ext cx="8642352" cy="664797"/>
          </a:xfrm>
          <a:prstGeom prst="rect">
            <a:avLst/>
          </a:prstGeom>
        </p:spPr>
        <p:txBody>
          <a:bodyPr wrap="square" lIns="0" tIns="0" rIns="0" bIns="0" anchor="ctr">
            <a:spAutoFit/>
          </a:bodyPr>
          <a:lstStyle>
            <a:lvl1pPr algn="l">
              <a:lnSpc>
                <a:spcPct val="80000"/>
              </a:lnSpc>
              <a:defRPr sz="5400" b="1" cap="none" baseline="0">
                <a:solidFill>
                  <a:schemeClr val="bg1"/>
                </a:solidFill>
                <a:latin typeface="Arial" pitchFamily="34" charset="0"/>
                <a:cs typeface="Arial" pitchFamily="34" charset="0"/>
              </a:defRPr>
            </a:lvl1pPr>
          </a:lstStyle>
          <a:p>
            <a:r>
              <a:rPr lang="en-GB" dirty="0"/>
              <a:t>Section title</a:t>
            </a:r>
            <a:endParaRPr lang="en-US" dirty="0"/>
          </a:p>
        </p:txBody>
      </p:sp>
      <p:cxnSp>
        <p:nvCxnSpPr>
          <p:cNvPr id="8" name="line">
            <a:extLst>
              <a:ext uri="{FF2B5EF4-FFF2-40B4-BE49-F238E27FC236}">
                <a16:creationId xmlns:a16="http://schemas.microsoft.com/office/drawing/2014/main" id="{E0951557-B8FB-4D3F-937A-36A3403530CD}"/>
              </a:ext>
            </a:extLst>
          </p:cNvPr>
          <p:cNvCxnSpPr/>
          <p:nvPr userDrawn="1"/>
        </p:nvCxnSpPr>
        <p:spPr>
          <a:xfrm>
            <a:off x="250825" y="620713"/>
            <a:ext cx="8642350" cy="0"/>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9" name="ff_icon">
            <a:extLst>
              <a:ext uri="{FF2B5EF4-FFF2-40B4-BE49-F238E27FC236}">
                <a16:creationId xmlns:a16="http://schemas.microsoft.com/office/drawing/2014/main" id="{16474137-978E-4A09-80FB-C177BA4DF572}"/>
              </a:ext>
            </a:extLst>
          </p:cNvPr>
          <p:cNvGrpSpPr>
            <a:grpSpLocks noChangeAspect="1"/>
          </p:cNvGrpSpPr>
          <p:nvPr userDrawn="1"/>
        </p:nvGrpSpPr>
        <p:grpSpPr bwMode="auto">
          <a:xfrm>
            <a:off x="8530507" y="188914"/>
            <a:ext cx="362668" cy="323850"/>
            <a:chOff x="7024" y="3734"/>
            <a:chExt cx="1308" cy="1168"/>
          </a:xfrm>
          <a:solidFill>
            <a:schemeClr val="bg1"/>
          </a:solidFill>
        </p:grpSpPr>
        <p:sp>
          <p:nvSpPr>
            <p:cNvPr id="11" name="Rectangle 5">
              <a:extLst>
                <a:ext uri="{FF2B5EF4-FFF2-40B4-BE49-F238E27FC236}">
                  <a16:creationId xmlns:a16="http://schemas.microsoft.com/office/drawing/2014/main" id="{DA395659-2219-4B3F-ACF6-4BABAA9B3BFB}"/>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5" name="Rectangle 6">
              <a:extLst>
                <a:ext uri="{FF2B5EF4-FFF2-40B4-BE49-F238E27FC236}">
                  <a16:creationId xmlns:a16="http://schemas.microsoft.com/office/drawing/2014/main" id="{53E05F18-53EF-45A2-BAC7-22563871EA4C}"/>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6" name="Rectangle 7">
              <a:extLst>
                <a:ext uri="{FF2B5EF4-FFF2-40B4-BE49-F238E27FC236}">
                  <a16:creationId xmlns:a16="http://schemas.microsoft.com/office/drawing/2014/main" id="{21C77A68-CCD5-4661-894E-17A30BB9C3C1}"/>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3860154735"/>
      </p:ext>
    </p:extLst>
  </p:cSld>
  <p:clrMapOvr>
    <a:overrideClrMapping bg1="lt1" tx1="dk1" bg2="lt2" tx2="dk2" accent1="accent1" accent2="accent2" accent3="accent3" accent4="accent4" accent5="accent5" accent6="accent6" hlink="hlink" folHlink="folHlink"/>
  </p:clrMapOvr>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riefing and Signals">
    <p:spTree>
      <p:nvGrpSpPr>
        <p:cNvPr id="1" name=""/>
        <p:cNvGrpSpPr/>
        <p:nvPr/>
      </p:nvGrpSpPr>
      <p:grpSpPr>
        <a:xfrm>
          <a:off x="0" y="0"/>
          <a:ext cx="0" cy="0"/>
          <a:chOff x="0" y="0"/>
          <a:chExt cx="0" cy="0"/>
        </a:xfrm>
      </p:grpSpPr>
      <p:sp>
        <p:nvSpPr>
          <p:cNvPr id="17" name="page_no"/>
          <p:cNvSpPr txBox="1"/>
          <p:nvPr userDrawn="1"/>
        </p:nvSpPr>
        <p:spPr>
          <a:xfrm>
            <a:off x="8662881" y="6524625"/>
            <a:ext cx="309700" cy="194925"/>
          </a:xfrm>
          <a:prstGeom prst="rect">
            <a:avLst/>
          </a:prstGeom>
          <a:noFill/>
        </p:spPr>
        <p:txBody>
          <a:bodyPr wrap="none" rtlCol="0" anchor="ctr">
            <a:spAutoFit/>
          </a:bodyPr>
          <a:lstStyle/>
          <a:p>
            <a:pPr marL="0" algn="r" defTabSz="914400" rtl="0" eaLnBrk="1" latinLnBrk="0" hangingPunct="1">
              <a:lnSpc>
                <a:spcPts val="800"/>
              </a:lnSpc>
            </a:pPr>
            <a:fld id="{0E0A9B4E-19F2-4E81-81C4-98D63547DE75}" type="slidenum">
              <a:rPr lang="en-GB" sz="800" kern="1200">
                <a:solidFill>
                  <a:schemeClr val="bg1">
                    <a:lumMod val="65000"/>
                  </a:schemeClr>
                </a:solidFill>
                <a:latin typeface="Arial" pitchFamily="34" charset="0"/>
                <a:ea typeface="+mn-ea"/>
                <a:cs typeface="Arial" pitchFamily="34" charset="0"/>
              </a:rPr>
              <a:pPr marL="0" algn="r" defTabSz="914400" rtl="0" eaLnBrk="1" latinLnBrk="0" hangingPunct="1">
                <a:lnSpc>
                  <a:spcPts val="800"/>
                </a:lnSpc>
              </a:pPr>
              <a:t>‹#›</a:t>
            </a:fld>
            <a:endParaRPr lang="en-GB" sz="800" kern="1200" dirty="0">
              <a:solidFill>
                <a:schemeClr val="bg1">
                  <a:lumMod val="65000"/>
                </a:schemeClr>
              </a:solidFill>
              <a:latin typeface="Arial" pitchFamily="34" charset="0"/>
              <a:ea typeface="+mn-ea"/>
              <a:cs typeface="Arial" pitchFamily="34" charset="0"/>
            </a:endParaRPr>
          </a:p>
        </p:txBody>
      </p:sp>
      <p:sp>
        <p:nvSpPr>
          <p:cNvPr id="19" name="footer"/>
          <p:cNvSpPr>
            <a:spLocks noGrp="1"/>
          </p:cNvSpPr>
          <p:nvPr>
            <p:ph type="body" sz="quarter" idx="10" hasCustomPrompt="1"/>
          </p:nvPr>
        </p:nvSpPr>
        <p:spPr>
          <a:xfrm>
            <a:off x="250825" y="6528581"/>
            <a:ext cx="8363222" cy="194925"/>
          </a:xfrm>
          <a:prstGeom prst="rect">
            <a:avLst/>
          </a:prstGeom>
        </p:spPr>
        <p:txBody>
          <a:bodyPr lIns="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lang="en-GB" sz="800" kern="1200" baseline="0" noProof="0" dirty="0">
                <a:solidFill>
                  <a:schemeClr val="bg1">
                    <a:lumMod val="65000"/>
                  </a:schemeClr>
                </a:solidFill>
                <a:latin typeface="Arial" pitchFamily="34" charset="0"/>
                <a:ea typeface="+mn-ea"/>
                <a:cs typeface="Arial" pitchFamily="34" charset="0"/>
              </a:defRPr>
            </a:lvl1pPr>
          </a:lstStyle>
          <a:p>
            <a:pPr marL="0" marR="0" lvl="0" indent="0" algn="l" defTabSz="457189"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rgbClr val="000000">
                    <a:lumMod val="50000"/>
                    <a:lumOff val="50000"/>
                  </a:srgbClr>
                </a:solidFill>
                <a:effectLst/>
                <a:uLnTx/>
                <a:uFillTx/>
              </a:rPr>
              <a:t>Insert source/photo credit here</a:t>
            </a:r>
          </a:p>
        </p:txBody>
      </p:sp>
      <p:sp>
        <p:nvSpPr>
          <p:cNvPr id="26" name="subtitle_element"/>
          <p:cNvSpPr>
            <a:spLocks noGrp="1"/>
          </p:cNvSpPr>
          <p:nvPr>
            <p:ph type="body" sz="quarter" idx="11" hasCustomPrompt="1"/>
          </p:nvPr>
        </p:nvSpPr>
        <p:spPr>
          <a:xfrm>
            <a:off x="250825" y="1736725"/>
            <a:ext cx="8642350" cy="4645026"/>
          </a:xfrm>
          <a:prstGeom prst="rect">
            <a:avLst/>
          </a:prstGeom>
        </p:spPr>
        <p:txBody>
          <a:bodyPr lIns="0" tIns="0" rIns="0" bIns="0">
            <a:noAutofit/>
          </a:bodyPr>
          <a:lstStyle>
            <a:lvl1pPr marL="0" indent="0" algn="l">
              <a:lnSpc>
                <a:spcPct val="90000"/>
              </a:lnSpc>
              <a:spcBef>
                <a:spcPts val="0"/>
              </a:spcBef>
              <a:spcAft>
                <a:spcPts val="1200"/>
              </a:spcAft>
              <a:buNone/>
              <a:defRPr lang="en-GB" sz="1200" kern="1200" baseline="0" dirty="0">
                <a:solidFill>
                  <a:schemeClr val="tx1"/>
                </a:solidFill>
                <a:latin typeface="+mn-lt"/>
                <a:ea typeface="+mn-ea"/>
                <a:cs typeface="Arial" pitchFamily="34" charset="0"/>
              </a:defRPr>
            </a:lvl1pPr>
            <a:lvl2pPr>
              <a:defRPr sz="1800">
                <a:solidFill>
                  <a:schemeClr val="tx1"/>
                </a:solidFill>
                <a:latin typeface="Arial" pitchFamily="34" charset="0"/>
                <a:cs typeface="Arial" pitchFamily="34" charset="0"/>
              </a:defRPr>
            </a:lvl2pPr>
            <a:lvl3pPr>
              <a:defRPr sz="1800">
                <a:solidFill>
                  <a:schemeClr val="tx1"/>
                </a:solidFill>
                <a:latin typeface="Arial" pitchFamily="34" charset="0"/>
                <a:cs typeface="Arial" pitchFamily="34" charset="0"/>
              </a:defRPr>
            </a:lvl3pPr>
            <a:lvl4pPr>
              <a:defRPr sz="1800">
                <a:solidFill>
                  <a:schemeClr val="tx1"/>
                </a:solidFill>
                <a:latin typeface="Arial" pitchFamily="34" charset="0"/>
                <a:cs typeface="Arial" pitchFamily="34" charset="0"/>
              </a:defRPr>
            </a:lvl4pPr>
            <a:lvl5pPr>
              <a:defRPr sz="1800">
                <a:solidFill>
                  <a:schemeClr val="tx1"/>
                </a:solidFill>
                <a:latin typeface="Arial" pitchFamily="34" charset="0"/>
                <a:cs typeface="Arial" pitchFamily="34" charset="0"/>
              </a:defRPr>
            </a:lvl5pPr>
          </a:lstStyle>
          <a:p>
            <a:pPr lvl="0"/>
            <a:r>
              <a:rPr lang="en-US" dirty="0"/>
              <a:t>&lt;Insert Briefing text&gt;</a:t>
            </a:r>
            <a:endParaRPr lang="en-GB" dirty="0"/>
          </a:p>
        </p:txBody>
      </p:sp>
      <p:cxnSp>
        <p:nvCxnSpPr>
          <p:cNvPr id="11" name="header_line">
            <a:extLst>
              <a:ext uri="{FF2B5EF4-FFF2-40B4-BE49-F238E27FC236}">
                <a16:creationId xmlns:a16="http://schemas.microsoft.com/office/drawing/2014/main" id="{C85FC91A-356E-42BA-A1FF-A25B764BD06C}"/>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12" name="ff_icon">
            <a:extLst>
              <a:ext uri="{FF2B5EF4-FFF2-40B4-BE49-F238E27FC236}">
                <a16:creationId xmlns:a16="http://schemas.microsoft.com/office/drawing/2014/main" id="{7C50C50D-C5E0-4F42-B170-D7DBAFE3CA91}"/>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13" name="Rectangle 5">
              <a:extLst>
                <a:ext uri="{FF2B5EF4-FFF2-40B4-BE49-F238E27FC236}">
                  <a16:creationId xmlns:a16="http://schemas.microsoft.com/office/drawing/2014/main" id="{628E1320-6A04-4386-993F-D8A0874D52BC}"/>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4" name="Rectangle 6">
              <a:extLst>
                <a:ext uri="{FF2B5EF4-FFF2-40B4-BE49-F238E27FC236}">
                  <a16:creationId xmlns:a16="http://schemas.microsoft.com/office/drawing/2014/main" id="{A9D3B9CF-6345-421A-BC5F-2072A44524DA}"/>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5" name="Rectangle 7">
              <a:extLst>
                <a:ext uri="{FF2B5EF4-FFF2-40B4-BE49-F238E27FC236}">
                  <a16:creationId xmlns:a16="http://schemas.microsoft.com/office/drawing/2014/main" id="{9C3C45AA-C0F9-40C4-AC05-76B5ED1743DD}"/>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
        <p:nvSpPr>
          <p:cNvPr id="16" name="title_element">
            <a:extLst>
              <a:ext uri="{FF2B5EF4-FFF2-40B4-BE49-F238E27FC236}">
                <a16:creationId xmlns:a16="http://schemas.microsoft.com/office/drawing/2014/main" id="{D531B886-3078-4449-B7BC-8176D39B6E03}"/>
              </a:ext>
            </a:extLst>
          </p:cNvPr>
          <p:cNvSpPr>
            <a:spLocks noGrp="1"/>
          </p:cNvSpPr>
          <p:nvPr>
            <p:ph type="title" hasCustomPrompt="1"/>
          </p:nvPr>
        </p:nvSpPr>
        <p:spPr>
          <a:xfrm>
            <a:off x="250828" y="727200"/>
            <a:ext cx="8642348" cy="886397"/>
          </a:xfrm>
          <a:prstGeom prst="rect">
            <a:avLst/>
          </a:prstGeom>
        </p:spPr>
        <p:txBody>
          <a:bodyPr wrap="square" lIns="0" tIns="0" rIns="0" bIns="0" anchor="t">
            <a:spAutoFit/>
          </a:bodyPr>
          <a:lstStyle>
            <a:lvl1pPr algn="l">
              <a:lnSpc>
                <a:spcPct val="90000"/>
              </a:lnSpc>
              <a:defRPr sz="3200" b="1">
                <a:solidFill>
                  <a:schemeClr val="bg2"/>
                </a:solidFill>
                <a:latin typeface="+mj-lt"/>
                <a:cs typeface="Arial" pitchFamily="34" charset="0"/>
              </a:defRPr>
            </a:lvl1pPr>
          </a:lstStyle>
          <a:p>
            <a:r>
              <a:rPr lang="en-GB" dirty="0"/>
              <a:t>Briefing and Signals</a:t>
            </a:r>
            <a:br>
              <a:rPr lang="en-GB" dirty="0"/>
            </a:br>
            <a:r>
              <a:rPr lang="en-GB" dirty="0"/>
              <a:t>(second line)</a:t>
            </a:r>
            <a:endParaRPr lang="en-US" dirty="0"/>
          </a:p>
        </p:txBody>
      </p:sp>
    </p:spTree>
    <p:extLst>
      <p:ext uri="{BB962C8B-B14F-4D97-AF65-F5344CB8AC3E}">
        <p14:creationId xmlns:p14="http://schemas.microsoft.com/office/powerpoint/2010/main" val="1781856686"/>
      </p:ext>
    </p:extLst>
  </p:cSld>
  <p:clrMapOvr>
    <a:masterClrMapping/>
  </p:clrMapOvr>
  <p:extLst>
    <p:ext uri="{DCECCB84-F9BA-43D5-87BE-67443E8EF086}">
      <p15:sldGuideLst xmlns:p15="http://schemas.microsoft.com/office/powerpoint/2012/main">
        <p15:guide id="2" orient="horz" pos="4020">
          <p15:clr>
            <a:srgbClr val="FBAE40"/>
          </p15:clr>
        </p15:guide>
        <p15:guide id="3" orient="horz" pos="323">
          <p15:clr>
            <a:srgbClr val="FBAE40"/>
          </p15:clr>
        </p15:guide>
        <p15:guide id="4" orient="horz" pos="109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page_no"/>
          <p:cNvSpPr txBox="1"/>
          <p:nvPr/>
        </p:nvSpPr>
        <p:spPr>
          <a:xfrm>
            <a:off x="8662880" y="6528581"/>
            <a:ext cx="309701"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15" name="footer"/>
          <p:cNvSpPr>
            <a:spLocks noGrp="1"/>
          </p:cNvSpPr>
          <p:nvPr>
            <p:ph type="body" sz="quarter" idx="10" hasCustomPrompt="1"/>
          </p:nvPr>
        </p:nvSpPr>
        <p:spPr>
          <a:xfrm>
            <a:off x="250825" y="6528581"/>
            <a:ext cx="8363222" cy="194925"/>
          </a:xfrm>
          <a:prstGeom prst="rect">
            <a:avLst/>
          </a:prstGeom>
        </p:spPr>
        <p:txBody>
          <a:bodyPr lIns="0" rIns="0" anchor="ctr">
            <a:noAutofit/>
          </a:bodyPr>
          <a:lstStyle>
            <a:lvl1pPr marL="0" marR="0" indent="0" algn="l" defTabSz="457189"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3" name="subtitle_element"/>
          <p:cNvSpPr>
            <a:spLocks noGrp="1"/>
          </p:cNvSpPr>
          <p:nvPr>
            <p:ph idx="1" hasCustomPrompt="1"/>
          </p:nvPr>
        </p:nvSpPr>
        <p:spPr>
          <a:xfrm>
            <a:off x="250828" y="1844675"/>
            <a:ext cx="8642348" cy="4608515"/>
          </a:xfrm>
          <a:prstGeom prst="rect">
            <a:avLst/>
          </a:prstGeom>
        </p:spPr>
        <p:txBody>
          <a:bodyPr lIns="0" tIns="0" rIns="0" bIns="0">
            <a:noAutofit/>
          </a:bodyPr>
          <a:lstStyle>
            <a:lvl1pPr marL="0" indent="0">
              <a:lnSpc>
                <a:spcPct val="90000"/>
              </a:lnSpc>
              <a:spcBef>
                <a:spcPts val="0"/>
              </a:spcBef>
              <a:spcAft>
                <a:spcPts val="1200"/>
              </a:spcAft>
              <a:buClrTx/>
              <a:buSzPct val="145000"/>
              <a:buFont typeface="Georgia" panose="02040502050405020303" pitchFamily="18" charset="0"/>
              <a:buNone/>
              <a:defRPr lang="en-GB" sz="1200" kern="1200" baseline="0" dirty="0">
                <a:solidFill>
                  <a:schemeClr val="tx1"/>
                </a:solidFill>
                <a:latin typeface="+mn-lt"/>
                <a:ea typeface="+mn-ea"/>
                <a:cs typeface="Arial" pitchFamily="34" charset="0"/>
              </a:defRPr>
            </a:lvl1pPr>
            <a:lvl2pPr marL="180975" indent="-180975">
              <a:lnSpc>
                <a:spcPct val="90000"/>
              </a:lnSpc>
              <a:spcBef>
                <a:spcPts val="0"/>
              </a:spcBef>
              <a:spcAft>
                <a:spcPts val="1200"/>
              </a:spcAft>
              <a:buClrTx/>
              <a:buSzPct val="145000"/>
              <a:buFont typeface="Georgia" panose="02040502050405020303" pitchFamily="18" charset="0"/>
              <a:buChar char="­"/>
              <a:tabLst/>
              <a:defRPr lang="en-GB" sz="1200" kern="1200" baseline="0" dirty="0">
                <a:solidFill>
                  <a:schemeClr val="tx1"/>
                </a:solidFill>
                <a:latin typeface="+mn-lt"/>
                <a:ea typeface="+mn-ea"/>
                <a:cs typeface="Arial" pitchFamily="34" charset="0"/>
              </a:defRPr>
            </a:lvl2pPr>
            <a:lvl3pPr marL="982638" indent="-266693">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GB" dirty="0"/>
              <a:t>First level content</a:t>
            </a:r>
          </a:p>
          <a:p>
            <a:pPr lvl="1"/>
            <a:r>
              <a:rPr lang="en-GB" dirty="0"/>
              <a:t>Second level content</a:t>
            </a:r>
          </a:p>
        </p:txBody>
      </p:sp>
      <p:sp>
        <p:nvSpPr>
          <p:cNvPr id="16" name="title_element"/>
          <p:cNvSpPr>
            <a:spLocks noGrp="1"/>
          </p:cNvSpPr>
          <p:nvPr>
            <p:ph type="title" hasCustomPrompt="1"/>
          </p:nvPr>
        </p:nvSpPr>
        <p:spPr>
          <a:xfrm>
            <a:off x="250828" y="727200"/>
            <a:ext cx="8642348" cy="886397"/>
          </a:xfrm>
          <a:prstGeom prst="rect">
            <a:avLst/>
          </a:prstGeom>
        </p:spPr>
        <p:txBody>
          <a:bodyPr wrap="square" lIns="0" tIns="0" rIns="0" bIns="0" anchor="t">
            <a:spAutoFit/>
          </a:bodyPr>
          <a:lstStyle>
            <a:lvl1pPr algn="l">
              <a:lnSpc>
                <a:spcPct val="90000"/>
              </a:lnSpc>
              <a:defRPr sz="3200" b="1">
                <a:solidFill>
                  <a:schemeClr val="bg2"/>
                </a:solidFill>
                <a:latin typeface="+mj-lt"/>
                <a:cs typeface="Arial" pitchFamily="34" charset="0"/>
              </a:defRPr>
            </a:lvl1pPr>
          </a:lstStyle>
          <a:p>
            <a:r>
              <a:rPr lang="en-GB" dirty="0"/>
              <a:t>Insert slide title</a:t>
            </a:r>
            <a:br>
              <a:rPr lang="en-GB" dirty="0"/>
            </a:br>
            <a:r>
              <a:rPr lang="en-GB" dirty="0"/>
              <a:t>(second line)</a:t>
            </a:r>
            <a:endParaRPr lang="en-US" dirty="0"/>
          </a:p>
        </p:txBody>
      </p:sp>
      <p:cxnSp>
        <p:nvCxnSpPr>
          <p:cNvPr id="11" name="header_line">
            <a:extLst>
              <a:ext uri="{FF2B5EF4-FFF2-40B4-BE49-F238E27FC236}">
                <a16:creationId xmlns:a16="http://schemas.microsoft.com/office/drawing/2014/main" id="{7E55D2DA-50A6-4217-9DE4-EEE28E3B001E}"/>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12" name="ff_icon">
            <a:extLst>
              <a:ext uri="{FF2B5EF4-FFF2-40B4-BE49-F238E27FC236}">
                <a16:creationId xmlns:a16="http://schemas.microsoft.com/office/drawing/2014/main" id="{CEAEC064-9C79-4C35-B0E4-D6D5E1B744DE}"/>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13" name="Rectangle 5">
              <a:extLst>
                <a:ext uri="{FF2B5EF4-FFF2-40B4-BE49-F238E27FC236}">
                  <a16:creationId xmlns:a16="http://schemas.microsoft.com/office/drawing/2014/main" id="{CFE2809C-AA10-4A51-941B-A9A8608FA8C3}"/>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4" name="Rectangle 6">
              <a:extLst>
                <a:ext uri="{FF2B5EF4-FFF2-40B4-BE49-F238E27FC236}">
                  <a16:creationId xmlns:a16="http://schemas.microsoft.com/office/drawing/2014/main" id="{0C31E424-972C-4D5E-9529-5A3A952EFF25}"/>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17" name="Rectangle 7">
              <a:extLst>
                <a:ext uri="{FF2B5EF4-FFF2-40B4-BE49-F238E27FC236}">
                  <a16:creationId xmlns:a16="http://schemas.microsoft.com/office/drawing/2014/main" id="{92C67F9D-0587-4A94-8FDF-D264C305A880}"/>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2129961716"/>
      </p:ext>
    </p:extLst>
  </p:cSld>
  <p:clrMapOvr>
    <a:masterClrMapping/>
  </p:clrMapOvr>
  <p:transition/>
  <p:extLst>
    <p:ext uri="{DCECCB84-F9BA-43D5-87BE-67443E8EF086}">
      <p15:sldGuideLst xmlns:p15="http://schemas.microsoft.com/office/powerpoint/2012/main">
        <p15:guide id="2" orient="horz" pos="1026">
          <p15:clr>
            <a:srgbClr val="FBAE40"/>
          </p15:clr>
        </p15:guide>
        <p15:guide id="3" orient="horz" pos="116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Innovation Slide Layout" preserve="1" userDrawn="1">
  <p:cSld name="1_Innovation Slide Layout">
    <p:spTree>
      <p:nvGrpSpPr>
        <p:cNvPr id="1" name="Shape 20"/>
        <p:cNvGrpSpPr/>
        <p:nvPr/>
      </p:nvGrpSpPr>
      <p:grpSpPr>
        <a:xfrm>
          <a:off x="0" y="0"/>
          <a:ext cx="0" cy="0"/>
          <a:chOff x="0" y="0"/>
          <a:chExt cx="0" cy="0"/>
        </a:xfrm>
      </p:grpSpPr>
      <p:graphicFrame>
        <p:nvGraphicFramePr>
          <p:cNvPr id="18" name="Table 2">
            <a:extLst>
              <a:ext uri="{FF2B5EF4-FFF2-40B4-BE49-F238E27FC236}">
                <a16:creationId xmlns:a16="http://schemas.microsoft.com/office/drawing/2014/main" id="{DCCE4F7E-5A3D-42F5-AE58-257AE4E95E2A}"/>
              </a:ext>
            </a:extLst>
          </p:cNvPr>
          <p:cNvGraphicFramePr>
            <a:graphicFrameLocks noGrp="1"/>
          </p:cNvGraphicFramePr>
          <p:nvPr userDrawn="1">
            <p:extLst>
              <p:ext uri="{D42A27DB-BD31-4B8C-83A1-F6EECF244321}">
                <p14:modId xmlns:p14="http://schemas.microsoft.com/office/powerpoint/2010/main" val="338458962"/>
              </p:ext>
            </p:extLst>
          </p:nvPr>
        </p:nvGraphicFramePr>
        <p:xfrm>
          <a:off x="4608513" y="5730502"/>
          <a:ext cx="4284663" cy="726912"/>
        </p:xfrm>
        <a:graphic>
          <a:graphicData uri="http://schemas.openxmlformats.org/drawingml/2006/table">
            <a:tbl>
              <a:tblPr firstRow="1" bandRow="1">
                <a:tableStyleId>{5C22544A-7EE6-4342-B048-85BDC9FD1C3A}</a:tableStyleId>
              </a:tblPr>
              <a:tblGrid>
                <a:gridCol w="4284663">
                  <a:extLst>
                    <a:ext uri="{9D8B030D-6E8A-4147-A177-3AD203B41FA5}">
                      <a16:colId xmlns:a16="http://schemas.microsoft.com/office/drawing/2014/main" val="2980058820"/>
                    </a:ext>
                  </a:extLst>
                </a:gridCol>
              </a:tblGrid>
              <a:tr h="0">
                <a:tc>
                  <a:txBody>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lang="en-GB" sz="1800" b="1" dirty="0">
                          <a:solidFill>
                            <a:srgbClr val="FFFFFF"/>
                          </a:solidFill>
                          <a:latin typeface="+mj-lt"/>
                          <a:ea typeface="Arial"/>
                          <a:cs typeface="Arial"/>
                          <a:sym typeface="Arial"/>
                        </a:rPr>
                        <a:t>Related trends</a:t>
                      </a:r>
                      <a:endParaRPr lang="en-GB" sz="1800" dirty="0">
                        <a:latin typeface="+mj-lt"/>
                      </a:endParaRPr>
                    </a:p>
                  </a:txBody>
                  <a:tcPr marT="72000" marB="72000">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57875469"/>
                  </a:ext>
                </a:extLst>
              </a:tr>
              <a:tr h="0">
                <a:tc>
                  <a:txBody>
                    <a:bodyPr/>
                    <a:lstStyle/>
                    <a:p>
                      <a:pPr marL="0" marR="0" lvl="0" indent="0" algn="l" rtl="0">
                        <a:lnSpc>
                          <a:spcPct val="90000"/>
                        </a:lnSpc>
                        <a:spcBef>
                          <a:spcPts val="0"/>
                        </a:spcBef>
                        <a:spcAft>
                          <a:spcPts val="0"/>
                        </a:spcAft>
                        <a:buClr>
                          <a:schemeClr val="lt1"/>
                        </a:buClr>
                        <a:buSzPts val="1200"/>
                        <a:buFont typeface="Arial"/>
                        <a:buNone/>
                      </a:pPr>
                      <a:endParaRPr lang="en-GB" sz="1400" dirty="0"/>
                    </a:p>
                  </a:txBody>
                  <a:tcPr marT="72000" marB="72000">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33494241"/>
                  </a:ext>
                </a:extLst>
              </a:tr>
            </a:tbl>
          </a:graphicData>
        </a:graphic>
      </p:graphicFrame>
      <p:sp>
        <p:nvSpPr>
          <p:cNvPr id="16" name="Text Placeholder 14">
            <a:extLst>
              <a:ext uri="{FF2B5EF4-FFF2-40B4-BE49-F238E27FC236}">
                <a16:creationId xmlns:a16="http://schemas.microsoft.com/office/drawing/2014/main" id="{C30E471F-105C-4468-903B-585B8A2B7647}"/>
              </a:ext>
            </a:extLst>
          </p:cNvPr>
          <p:cNvSpPr>
            <a:spLocks noGrp="1"/>
          </p:cNvSpPr>
          <p:nvPr>
            <p:ph type="body" sz="quarter" idx="10" hasCustomPrompt="1"/>
          </p:nvPr>
        </p:nvSpPr>
        <p:spPr>
          <a:xfrm>
            <a:off x="250825" y="6524625"/>
            <a:ext cx="8363222" cy="194925"/>
          </a:xfrm>
          <a:prstGeom prst="rect">
            <a:avLst/>
          </a:prstGeom>
        </p:spPr>
        <p:txBody>
          <a:bodyPr lIns="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12" name="Text Placeholder 19">
            <a:extLst>
              <a:ext uri="{FF2B5EF4-FFF2-40B4-BE49-F238E27FC236}">
                <a16:creationId xmlns:a16="http://schemas.microsoft.com/office/drawing/2014/main" id="{DDB6A630-CEBD-4D11-958D-AFE1FBF57E88}"/>
              </a:ext>
            </a:extLst>
          </p:cNvPr>
          <p:cNvSpPr>
            <a:spLocks noGrp="1"/>
          </p:cNvSpPr>
          <p:nvPr>
            <p:ph type="body" sz="quarter" idx="14"/>
          </p:nvPr>
        </p:nvSpPr>
        <p:spPr>
          <a:xfrm>
            <a:off x="4608513" y="6132934"/>
            <a:ext cx="4284663" cy="327023"/>
          </a:xfrm>
          <a:prstGeom prst="rect">
            <a:avLst/>
          </a:prstGeom>
        </p:spPr>
        <p:txBody>
          <a:bodyPr tIns="18000" bIns="36000" anchor="ctr"/>
          <a:lstStyle>
            <a:lvl1pPr marL="0" indent="0" algn="l">
              <a:spcBef>
                <a:spcPts val="0"/>
              </a:spcBef>
              <a:defRPr sz="1400">
                <a:solidFill>
                  <a:schemeClr val="bg1"/>
                </a:solidFill>
                <a:latin typeface="+mn-lt"/>
              </a:defRPr>
            </a:lvl1pPr>
            <a:lvl2pPr>
              <a:defRPr sz="1200"/>
            </a:lvl2pPr>
            <a:lvl3pPr>
              <a:defRPr sz="1200"/>
            </a:lvl3pPr>
            <a:lvl4pPr>
              <a:defRPr sz="1200"/>
            </a:lvl4pPr>
            <a:lvl5pPr>
              <a:defRPr sz="1200"/>
            </a:lvl5pPr>
          </a:lstStyle>
          <a:p>
            <a:pPr lvl="0"/>
            <a:r>
              <a:rPr lang="en-US" dirty="0"/>
              <a:t>Click to edit Master text styles</a:t>
            </a:r>
          </a:p>
        </p:txBody>
      </p:sp>
      <p:sp>
        <p:nvSpPr>
          <p:cNvPr id="13" name="Text Placeholder 11">
            <a:extLst>
              <a:ext uri="{FF2B5EF4-FFF2-40B4-BE49-F238E27FC236}">
                <a16:creationId xmlns:a16="http://schemas.microsoft.com/office/drawing/2014/main" id="{E509EA13-715B-4DF8-A62D-31D17DA3D486}"/>
              </a:ext>
            </a:extLst>
          </p:cNvPr>
          <p:cNvSpPr>
            <a:spLocks noGrp="1"/>
          </p:cNvSpPr>
          <p:nvPr>
            <p:ph type="body" sz="quarter" idx="11" hasCustomPrompt="1"/>
          </p:nvPr>
        </p:nvSpPr>
        <p:spPr>
          <a:xfrm>
            <a:off x="250824" y="1701937"/>
            <a:ext cx="4284664" cy="3896143"/>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7" name="TextBox 16">
            <a:extLst>
              <a:ext uri="{FF2B5EF4-FFF2-40B4-BE49-F238E27FC236}">
                <a16:creationId xmlns:a16="http://schemas.microsoft.com/office/drawing/2014/main" id="{9C369B6F-251C-4848-9BF0-566637948943}"/>
              </a:ext>
            </a:extLst>
          </p:cNvPr>
          <p:cNvSpPr txBox="1"/>
          <p:nvPr userDrawn="1"/>
        </p:nvSpPr>
        <p:spPr>
          <a:xfrm>
            <a:off x="8662881" y="6524625"/>
            <a:ext cx="309700"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15" name="subtitle_element">
            <a:extLst>
              <a:ext uri="{FF2B5EF4-FFF2-40B4-BE49-F238E27FC236}">
                <a16:creationId xmlns:a16="http://schemas.microsoft.com/office/drawing/2014/main" id="{8F04C0ED-F213-481A-BD65-E8DD4DFE0E2D}"/>
              </a:ext>
            </a:extLst>
          </p:cNvPr>
          <p:cNvSpPr>
            <a:spLocks noGrp="1"/>
          </p:cNvSpPr>
          <p:nvPr>
            <p:ph type="body" sz="quarter" idx="12"/>
          </p:nvPr>
        </p:nvSpPr>
        <p:spPr>
          <a:xfrm>
            <a:off x="250825" y="1206000"/>
            <a:ext cx="8642350" cy="276999"/>
          </a:xfrm>
          <a:prstGeom prst="rect">
            <a:avLst/>
          </a:prstGeom>
        </p:spPr>
        <p:txBody>
          <a:bodyPr lIns="0" tIns="0" rIns="0" bIns="0">
            <a:spAutoFit/>
          </a:bodyPr>
          <a:lstStyle>
            <a:lvl1pPr>
              <a:lnSpc>
                <a:spcPct val="90000"/>
              </a:lnSpc>
              <a:spcBef>
                <a:spcPts val="0"/>
              </a:spcBef>
              <a:defRPr sz="2000">
                <a:solidFill>
                  <a:schemeClr val="bg2"/>
                </a:solidFill>
                <a:latin typeface="+mj-lt"/>
              </a:defRPr>
            </a:lvl1pPr>
            <a:lvl2pPr>
              <a:defRPr sz="2000"/>
            </a:lvl2pPr>
            <a:lvl3pPr>
              <a:defRPr sz="2000"/>
            </a:lvl3pPr>
            <a:lvl4pPr>
              <a:defRPr sz="2000"/>
            </a:lvl4pPr>
            <a:lvl5pPr>
              <a:defRPr sz="2000"/>
            </a:lvl5pPr>
          </a:lstStyle>
          <a:p>
            <a:pPr lvl="0"/>
            <a:r>
              <a:rPr lang="en-US" dirty="0"/>
              <a:t>Click to edit Master text styles</a:t>
            </a:r>
          </a:p>
        </p:txBody>
      </p:sp>
      <p:sp>
        <p:nvSpPr>
          <p:cNvPr id="14" name="title_element">
            <a:extLst>
              <a:ext uri="{FF2B5EF4-FFF2-40B4-BE49-F238E27FC236}">
                <a16:creationId xmlns:a16="http://schemas.microsoft.com/office/drawing/2014/main" id="{B6B80158-A444-40B7-82FC-D6200072594C}"/>
              </a:ext>
            </a:extLst>
          </p:cNvPr>
          <p:cNvSpPr>
            <a:spLocks noGrp="1"/>
          </p:cNvSpPr>
          <p:nvPr>
            <p:ph type="title" hasCustomPrompt="1"/>
          </p:nvPr>
        </p:nvSpPr>
        <p:spPr>
          <a:xfrm>
            <a:off x="250826" y="727200"/>
            <a:ext cx="8642348" cy="387798"/>
          </a:xfrm>
          <a:prstGeom prst="rect">
            <a:avLst/>
          </a:prstGeom>
        </p:spPr>
        <p:txBody>
          <a:bodyPr wrap="square" lIns="0" tIns="0" rIns="0" bIns="0" anchor="t">
            <a:spAutoFit/>
          </a:bodyPr>
          <a:lstStyle>
            <a:lvl1pPr algn="l">
              <a:lnSpc>
                <a:spcPct val="90000"/>
              </a:lnSpc>
              <a:defRPr sz="2800" b="1">
                <a:solidFill>
                  <a:schemeClr val="bg2"/>
                </a:solidFill>
                <a:latin typeface="+mj-lt"/>
                <a:cs typeface="Arial" pitchFamily="34" charset="0"/>
              </a:defRPr>
            </a:lvl1pPr>
          </a:lstStyle>
          <a:p>
            <a:r>
              <a:rPr lang="en-GB" dirty="0"/>
              <a:t>Insert slide title</a:t>
            </a:r>
            <a:endParaRPr lang="en-US" dirty="0"/>
          </a:p>
        </p:txBody>
      </p:sp>
      <p:cxnSp>
        <p:nvCxnSpPr>
          <p:cNvPr id="22" name="header_line">
            <a:extLst>
              <a:ext uri="{FF2B5EF4-FFF2-40B4-BE49-F238E27FC236}">
                <a16:creationId xmlns:a16="http://schemas.microsoft.com/office/drawing/2014/main" id="{84EF95B2-05C8-4D00-A1A3-E59ABD62DC90}"/>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3" name="ff_icon">
            <a:extLst>
              <a:ext uri="{FF2B5EF4-FFF2-40B4-BE49-F238E27FC236}">
                <a16:creationId xmlns:a16="http://schemas.microsoft.com/office/drawing/2014/main" id="{41DAC1DE-51F5-4071-A514-D0AD97A6B6CE}"/>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4" name="Rectangle 5">
              <a:extLst>
                <a:ext uri="{FF2B5EF4-FFF2-40B4-BE49-F238E27FC236}">
                  <a16:creationId xmlns:a16="http://schemas.microsoft.com/office/drawing/2014/main" id="{20E07E32-F91C-4B44-B289-3F6C2B344972}"/>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5" name="Rectangle 6">
              <a:extLst>
                <a:ext uri="{FF2B5EF4-FFF2-40B4-BE49-F238E27FC236}">
                  <a16:creationId xmlns:a16="http://schemas.microsoft.com/office/drawing/2014/main" id="{D8F53042-2CF4-4DEB-B741-88476D2A7FE1}"/>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6" name="Rectangle 7">
              <a:extLst>
                <a:ext uri="{FF2B5EF4-FFF2-40B4-BE49-F238E27FC236}">
                  <a16:creationId xmlns:a16="http://schemas.microsoft.com/office/drawing/2014/main" id="{3886CB89-AD65-4138-BD5A-30BA4287A8B2}"/>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3264491885"/>
      </p:ext>
    </p:extLst>
  </p:cSld>
  <p:clrMapOvr>
    <a:masterClrMapping/>
  </p:clrMapOvr>
  <p:extLst>
    <p:ext uri="{DCECCB84-F9BA-43D5-87BE-67443E8EF086}">
      <p15:sldGuideLst xmlns:p15="http://schemas.microsoft.com/office/powerpoint/2012/main">
        <p15:guide id="1" pos="2857">
          <p15:clr>
            <a:srgbClr val="FBAE40"/>
          </p15:clr>
        </p15:guide>
        <p15:guide id="2" pos="2903">
          <p15:clr>
            <a:srgbClr val="FBAE40"/>
          </p15:clr>
        </p15:guide>
        <p15:guide id="3" pos="158">
          <p15:clr>
            <a:srgbClr val="FBAE40"/>
          </p15:clr>
        </p15:guide>
        <p15:guide id="4" pos="5602">
          <p15:clr>
            <a:srgbClr val="FBAE40"/>
          </p15:clr>
        </p15:guide>
        <p15:guide id="5" orient="horz" pos="4065">
          <p15:clr>
            <a:srgbClr val="FBAE40"/>
          </p15:clr>
        </p15:guide>
        <p15:guide id="7" orient="horz" pos="107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Innovation Slide Layout" preserve="1" userDrawn="1">
  <p:cSld name="2_Innovation Slide Layout">
    <p:spTree>
      <p:nvGrpSpPr>
        <p:cNvPr id="1" name="Shape 20"/>
        <p:cNvGrpSpPr/>
        <p:nvPr/>
      </p:nvGrpSpPr>
      <p:grpSpPr>
        <a:xfrm>
          <a:off x="0" y="0"/>
          <a:ext cx="0" cy="0"/>
          <a:chOff x="0" y="0"/>
          <a:chExt cx="0" cy="0"/>
        </a:xfrm>
      </p:grpSpPr>
      <p:graphicFrame>
        <p:nvGraphicFramePr>
          <p:cNvPr id="23" name="Table 2">
            <a:extLst>
              <a:ext uri="{FF2B5EF4-FFF2-40B4-BE49-F238E27FC236}">
                <a16:creationId xmlns:a16="http://schemas.microsoft.com/office/drawing/2014/main" id="{897397EF-8C00-4328-B084-ECBF079A9E5A}"/>
              </a:ext>
            </a:extLst>
          </p:cNvPr>
          <p:cNvGraphicFramePr>
            <a:graphicFrameLocks noGrp="1"/>
          </p:cNvGraphicFramePr>
          <p:nvPr userDrawn="1">
            <p:extLst>
              <p:ext uri="{D42A27DB-BD31-4B8C-83A1-F6EECF244321}">
                <p14:modId xmlns:p14="http://schemas.microsoft.com/office/powerpoint/2010/main" val="3607045754"/>
              </p:ext>
            </p:extLst>
          </p:nvPr>
        </p:nvGraphicFramePr>
        <p:xfrm>
          <a:off x="4608515" y="5540103"/>
          <a:ext cx="4284663" cy="918866"/>
        </p:xfrm>
        <a:graphic>
          <a:graphicData uri="http://schemas.openxmlformats.org/drawingml/2006/table">
            <a:tbl>
              <a:tblPr firstRow="1" bandRow="1">
                <a:tableStyleId>{5C22544A-7EE6-4342-B048-85BDC9FD1C3A}</a:tableStyleId>
              </a:tblPr>
              <a:tblGrid>
                <a:gridCol w="4284663">
                  <a:extLst>
                    <a:ext uri="{9D8B030D-6E8A-4147-A177-3AD203B41FA5}">
                      <a16:colId xmlns:a16="http://schemas.microsoft.com/office/drawing/2014/main" val="2980058820"/>
                    </a:ext>
                  </a:extLst>
                </a:gridCol>
              </a:tblGrid>
              <a:tr h="389433">
                <a:tc>
                  <a:txBody>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lang="en-GB" sz="1800" b="1" dirty="0">
                          <a:solidFill>
                            <a:schemeClr val="bg1"/>
                          </a:solidFill>
                          <a:latin typeface="+mj-lt"/>
                          <a:ea typeface="Arial"/>
                          <a:cs typeface="Arial"/>
                          <a:sym typeface="Arial"/>
                        </a:rPr>
                        <a:t>Related trends</a:t>
                      </a:r>
                      <a:endParaRPr lang="en-GB" sz="1800" dirty="0">
                        <a:solidFill>
                          <a:schemeClr val="bg1"/>
                        </a:solidFill>
                        <a:latin typeface="+mj-lt"/>
                      </a:endParaRPr>
                    </a:p>
                  </a:txBody>
                  <a:tcPr marT="72000" marB="73152">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57875469"/>
                  </a:ext>
                </a:extLst>
              </a:tr>
              <a:tr h="526826">
                <a:tc>
                  <a:txBody>
                    <a:bodyPr/>
                    <a:lstStyle/>
                    <a:p>
                      <a:pPr marL="0" marR="0" lvl="0" indent="0" algn="l" rtl="0">
                        <a:lnSpc>
                          <a:spcPct val="90000"/>
                        </a:lnSpc>
                        <a:spcBef>
                          <a:spcPts val="0"/>
                        </a:spcBef>
                        <a:spcAft>
                          <a:spcPts val="0"/>
                        </a:spcAft>
                        <a:buClr>
                          <a:schemeClr val="lt1"/>
                        </a:buClr>
                        <a:buSzPts val="1200"/>
                        <a:buFont typeface="Arial"/>
                        <a:buNone/>
                      </a:pPr>
                      <a:endParaRPr lang="en-GB" sz="1400" dirty="0">
                        <a:solidFill>
                          <a:schemeClr val="bg1"/>
                        </a:solidFill>
                      </a:endParaRPr>
                    </a:p>
                  </a:txBody>
                  <a:tcPr marT="72000" marB="72000">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33494241"/>
                  </a:ext>
                </a:extLst>
              </a:tr>
            </a:tbl>
          </a:graphicData>
        </a:graphic>
      </p:graphicFrame>
      <p:sp>
        <p:nvSpPr>
          <p:cNvPr id="16" name="Text Placeholder 14">
            <a:extLst>
              <a:ext uri="{FF2B5EF4-FFF2-40B4-BE49-F238E27FC236}">
                <a16:creationId xmlns:a16="http://schemas.microsoft.com/office/drawing/2014/main" id="{C30E471F-105C-4468-903B-585B8A2B7647}"/>
              </a:ext>
            </a:extLst>
          </p:cNvPr>
          <p:cNvSpPr>
            <a:spLocks noGrp="1"/>
          </p:cNvSpPr>
          <p:nvPr>
            <p:ph type="body" sz="quarter" idx="10" hasCustomPrompt="1"/>
          </p:nvPr>
        </p:nvSpPr>
        <p:spPr>
          <a:xfrm>
            <a:off x="250825" y="6524625"/>
            <a:ext cx="8363222" cy="194925"/>
          </a:xfrm>
          <a:prstGeom prst="rect">
            <a:avLst/>
          </a:prstGeom>
        </p:spPr>
        <p:txBody>
          <a:bodyPr lIns="0" rIns="0" anchor="ctr">
            <a:noAutofit/>
          </a:bodyPr>
          <a:lstStyle>
            <a:lvl1pPr marL="0" marR="0" indent="0" algn="l" defTabSz="457189"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sp>
        <p:nvSpPr>
          <p:cNvPr id="13" name="Text Placeholder 11">
            <a:extLst>
              <a:ext uri="{FF2B5EF4-FFF2-40B4-BE49-F238E27FC236}">
                <a16:creationId xmlns:a16="http://schemas.microsoft.com/office/drawing/2014/main" id="{E509EA13-715B-4DF8-A62D-31D17DA3D486}"/>
              </a:ext>
            </a:extLst>
          </p:cNvPr>
          <p:cNvSpPr>
            <a:spLocks noGrp="1"/>
          </p:cNvSpPr>
          <p:nvPr>
            <p:ph type="body" sz="quarter" idx="11" hasCustomPrompt="1"/>
          </p:nvPr>
        </p:nvSpPr>
        <p:spPr>
          <a:xfrm>
            <a:off x="250824" y="1701937"/>
            <a:ext cx="4284664" cy="3768575"/>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7" name="TextBox 16">
            <a:extLst>
              <a:ext uri="{FF2B5EF4-FFF2-40B4-BE49-F238E27FC236}">
                <a16:creationId xmlns:a16="http://schemas.microsoft.com/office/drawing/2014/main" id="{9C369B6F-251C-4848-9BF0-566637948943}"/>
              </a:ext>
            </a:extLst>
          </p:cNvPr>
          <p:cNvSpPr txBox="1"/>
          <p:nvPr userDrawn="1"/>
        </p:nvSpPr>
        <p:spPr>
          <a:xfrm>
            <a:off x="8662880" y="6524625"/>
            <a:ext cx="309701" cy="194925"/>
          </a:xfrm>
          <a:prstGeom prst="rect">
            <a:avLst/>
          </a:prstGeom>
          <a:noFill/>
        </p:spPr>
        <p:txBody>
          <a:bodyPr wrap="none" rtlCol="0" anchor="ctr">
            <a:spAutoFit/>
          </a:bodyPr>
          <a:lstStyle/>
          <a:p>
            <a:pPr algn="r">
              <a:lnSpc>
                <a:spcPts val="800"/>
              </a:lnSpc>
            </a:pPr>
            <a:fld id="{0E0A9B4E-19F2-4E81-81C4-98D63547DE75}" type="slidenum">
              <a:rPr lang="en-GB" sz="800">
                <a:solidFill>
                  <a:schemeClr val="bg1">
                    <a:lumMod val="65000"/>
                  </a:schemeClr>
                </a:solidFill>
                <a:latin typeface="Arial" pitchFamily="34" charset="0"/>
                <a:cs typeface="Arial" pitchFamily="34" charset="0"/>
              </a:rPr>
              <a:pPr algn="r">
                <a:lnSpc>
                  <a:spcPts val="800"/>
                </a:lnSpc>
              </a:pPr>
              <a:t>‹#›</a:t>
            </a:fld>
            <a:endParaRPr lang="en-GB" sz="800" dirty="0">
              <a:solidFill>
                <a:schemeClr val="bg1">
                  <a:lumMod val="65000"/>
                </a:schemeClr>
              </a:solidFill>
              <a:latin typeface="Arial" pitchFamily="34" charset="0"/>
              <a:cs typeface="Arial" pitchFamily="34" charset="0"/>
            </a:endParaRPr>
          </a:p>
        </p:txBody>
      </p:sp>
      <p:sp>
        <p:nvSpPr>
          <p:cNvPr id="28" name="Text Placeholder 19">
            <a:extLst>
              <a:ext uri="{FF2B5EF4-FFF2-40B4-BE49-F238E27FC236}">
                <a16:creationId xmlns:a16="http://schemas.microsoft.com/office/drawing/2014/main" id="{F1030C2A-6CA3-44D6-8822-08B99D6BC6AA}"/>
              </a:ext>
            </a:extLst>
          </p:cNvPr>
          <p:cNvSpPr>
            <a:spLocks noGrp="1"/>
          </p:cNvSpPr>
          <p:nvPr>
            <p:ph type="body" sz="quarter" idx="14"/>
          </p:nvPr>
        </p:nvSpPr>
        <p:spPr>
          <a:xfrm>
            <a:off x="4608515" y="5948762"/>
            <a:ext cx="4284663" cy="507600"/>
          </a:xfrm>
          <a:prstGeom prst="rect">
            <a:avLst/>
          </a:prstGeom>
        </p:spPr>
        <p:txBody>
          <a:bodyPr tIns="18000" bIns="36000" anchor="ctr"/>
          <a:lstStyle>
            <a:lvl1pPr marL="0" indent="0" algn="l">
              <a:spcBef>
                <a:spcPts val="0"/>
              </a:spcBef>
              <a:defRPr sz="1400">
                <a:solidFill>
                  <a:schemeClr val="bg1"/>
                </a:solidFill>
                <a:latin typeface="+mn-lt"/>
                <a:cs typeface="Arial" panose="020B0604020202020204" pitchFamily="34" charset="0"/>
              </a:defRPr>
            </a:lvl1pPr>
            <a:lvl2pPr>
              <a:defRPr sz="1200"/>
            </a:lvl2pPr>
            <a:lvl3pPr>
              <a:defRPr sz="1200"/>
            </a:lvl3pPr>
            <a:lvl4pPr>
              <a:defRPr sz="1200"/>
            </a:lvl4pPr>
            <a:lvl5pPr>
              <a:defRPr sz="1200"/>
            </a:lvl5pPr>
          </a:lstStyle>
          <a:p>
            <a:pPr lvl="0"/>
            <a:r>
              <a:rPr lang="en-US" dirty="0"/>
              <a:t>Click to edit Master text styles</a:t>
            </a:r>
          </a:p>
        </p:txBody>
      </p:sp>
      <p:sp>
        <p:nvSpPr>
          <p:cNvPr id="15" name="subtitle_element">
            <a:extLst>
              <a:ext uri="{FF2B5EF4-FFF2-40B4-BE49-F238E27FC236}">
                <a16:creationId xmlns:a16="http://schemas.microsoft.com/office/drawing/2014/main" id="{8F04C0ED-F213-481A-BD65-E8DD4DFE0E2D}"/>
              </a:ext>
            </a:extLst>
          </p:cNvPr>
          <p:cNvSpPr>
            <a:spLocks noGrp="1"/>
          </p:cNvSpPr>
          <p:nvPr>
            <p:ph type="body" sz="quarter" idx="12"/>
          </p:nvPr>
        </p:nvSpPr>
        <p:spPr>
          <a:xfrm>
            <a:off x="250827" y="1206000"/>
            <a:ext cx="8642350" cy="276999"/>
          </a:xfrm>
          <a:prstGeom prst="rect">
            <a:avLst/>
          </a:prstGeom>
        </p:spPr>
        <p:txBody>
          <a:bodyPr lIns="0" tIns="0" rIns="0" bIns="0">
            <a:spAutoFit/>
          </a:bodyPr>
          <a:lstStyle>
            <a:lvl1pPr>
              <a:lnSpc>
                <a:spcPct val="90000"/>
              </a:lnSpc>
              <a:spcBef>
                <a:spcPts val="0"/>
              </a:spcBef>
              <a:defRPr sz="2000">
                <a:solidFill>
                  <a:schemeClr val="bg2"/>
                </a:solidFill>
                <a:latin typeface="+mj-lt"/>
              </a:defRPr>
            </a:lvl1pPr>
            <a:lvl2pPr>
              <a:defRPr sz="2000"/>
            </a:lvl2pPr>
            <a:lvl3pPr>
              <a:defRPr sz="2000"/>
            </a:lvl3pPr>
            <a:lvl4pPr>
              <a:defRPr sz="2000"/>
            </a:lvl4pPr>
            <a:lvl5pPr>
              <a:defRPr sz="2000"/>
            </a:lvl5pPr>
          </a:lstStyle>
          <a:p>
            <a:pPr lvl="0"/>
            <a:r>
              <a:rPr lang="en-US" dirty="0"/>
              <a:t>Click to edit Master text styles</a:t>
            </a:r>
          </a:p>
        </p:txBody>
      </p:sp>
      <p:sp>
        <p:nvSpPr>
          <p:cNvPr id="14" name="title_element">
            <a:extLst>
              <a:ext uri="{FF2B5EF4-FFF2-40B4-BE49-F238E27FC236}">
                <a16:creationId xmlns:a16="http://schemas.microsoft.com/office/drawing/2014/main" id="{B6B80158-A444-40B7-82FC-D6200072594C}"/>
              </a:ext>
            </a:extLst>
          </p:cNvPr>
          <p:cNvSpPr>
            <a:spLocks noGrp="1"/>
          </p:cNvSpPr>
          <p:nvPr>
            <p:ph type="title" hasCustomPrompt="1"/>
          </p:nvPr>
        </p:nvSpPr>
        <p:spPr>
          <a:xfrm>
            <a:off x="250828" y="727200"/>
            <a:ext cx="8642348" cy="387798"/>
          </a:xfrm>
          <a:prstGeom prst="rect">
            <a:avLst/>
          </a:prstGeom>
        </p:spPr>
        <p:txBody>
          <a:bodyPr wrap="square" lIns="0" tIns="0" rIns="0" bIns="0" anchor="t">
            <a:spAutoFit/>
          </a:bodyPr>
          <a:lstStyle>
            <a:lvl1pPr algn="l">
              <a:lnSpc>
                <a:spcPct val="90000"/>
              </a:lnSpc>
              <a:defRPr sz="2800" b="1">
                <a:solidFill>
                  <a:schemeClr val="bg2"/>
                </a:solidFill>
                <a:latin typeface="+mj-lt"/>
                <a:cs typeface="Arial" pitchFamily="34" charset="0"/>
              </a:defRPr>
            </a:lvl1pPr>
          </a:lstStyle>
          <a:p>
            <a:r>
              <a:rPr lang="en-GB" dirty="0"/>
              <a:t>Insert slide title</a:t>
            </a:r>
            <a:endParaRPr lang="en-US" dirty="0"/>
          </a:p>
        </p:txBody>
      </p:sp>
      <p:cxnSp>
        <p:nvCxnSpPr>
          <p:cNvPr id="18" name="header_line">
            <a:extLst>
              <a:ext uri="{FF2B5EF4-FFF2-40B4-BE49-F238E27FC236}">
                <a16:creationId xmlns:a16="http://schemas.microsoft.com/office/drawing/2014/main" id="{31363646-CF16-4F69-8265-0AF8520F3951}"/>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2" name="ff_icon">
            <a:extLst>
              <a:ext uri="{FF2B5EF4-FFF2-40B4-BE49-F238E27FC236}">
                <a16:creationId xmlns:a16="http://schemas.microsoft.com/office/drawing/2014/main" id="{DB25C23C-A0C3-4BE5-86C1-BD4C29D26475}"/>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4" name="Rectangle 5">
              <a:extLst>
                <a:ext uri="{FF2B5EF4-FFF2-40B4-BE49-F238E27FC236}">
                  <a16:creationId xmlns:a16="http://schemas.microsoft.com/office/drawing/2014/main" id="{1CA6A6D5-9A02-4043-AE1D-61DABFE3F219}"/>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5" name="Rectangle 6">
              <a:extLst>
                <a:ext uri="{FF2B5EF4-FFF2-40B4-BE49-F238E27FC236}">
                  <a16:creationId xmlns:a16="http://schemas.microsoft.com/office/drawing/2014/main" id="{911289A6-2752-44F6-B039-3FD970C89280}"/>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6" name="Rectangle 7">
              <a:extLst>
                <a:ext uri="{FF2B5EF4-FFF2-40B4-BE49-F238E27FC236}">
                  <a16:creationId xmlns:a16="http://schemas.microsoft.com/office/drawing/2014/main" id="{182DA4F8-3AF6-4F8D-A048-A08F1B0D7894}"/>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Tree>
    <p:extLst>
      <p:ext uri="{BB962C8B-B14F-4D97-AF65-F5344CB8AC3E}">
        <p14:creationId xmlns:p14="http://schemas.microsoft.com/office/powerpoint/2010/main" val="1364484038"/>
      </p:ext>
    </p:extLst>
  </p:cSld>
  <p:clrMapOvr>
    <a:masterClrMapping/>
  </p:clrMapOvr>
  <p:extLst>
    <p:ext uri="{DCECCB84-F9BA-43D5-87BE-67443E8EF086}">
      <p15:sldGuideLst xmlns:p15="http://schemas.microsoft.com/office/powerpoint/2012/main">
        <p15:guide id="1" pos="2857">
          <p15:clr>
            <a:srgbClr val="FBAE40"/>
          </p15:clr>
        </p15:guide>
        <p15:guide id="2" pos="2903">
          <p15:clr>
            <a:srgbClr val="FBAE40"/>
          </p15:clr>
        </p15:guide>
        <p15:guide id="5" orient="horz" pos="4065">
          <p15:clr>
            <a:srgbClr val="FBAE40"/>
          </p15:clr>
        </p15:guide>
        <p15:guide id="7" orient="horz" pos="107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hat will happen next? GRI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FB1F9FA-CB2D-4C9F-B243-D323B57F5426}"/>
              </a:ext>
            </a:extLst>
          </p:cNvPr>
          <p:cNvSpPr>
            <a:spLocks noGrp="1"/>
          </p:cNvSpPr>
          <p:nvPr>
            <p:ph type="body" sz="quarter" idx="33" hasCustomPrompt="1"/>
          </p:nvPr>
        </p:nvSpPr>
        <p:spPr>
          <a:xfrm>
            <a:off x="250825"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5 years ago</a:t>
            </a:r>
            <a:endParaRPr lang="en-GB" dirty="0"/>
          </a:p>
        </p:txBody>
      </p:sp>
      <p:sp>
        <p:nvSpPr>
          <p:cNvPr id="31" name="Text Placeholder 4">
            <a:extLst>
              <a:ext uri="{FF2B5EF4-FFF2-40B4-BE49-F238E27FC236}">
                <a16:creationId xmlns:a16="http://schemas.microsoft.com/office/drawing/2014/main" id="{CA3E7928-4246-4C60-9946-DA1D920A4591}"/>
              </a:ext>
            </a:extLst>
          </p:cNvPr>
          <p:cNvSpPr>
            <a:spLocks noGrp="1"/>
          </p:cNvSpPr>
          <p:nvPr>
            <p:ph type="body" sz="quarter" idx="34" hasCustomPrompt="1"/>
          </p:nvPr>
        </p:nvSpPr>
        <p:spPr>
          <a:xfrm>
            <a:off x="3132000"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Now</a:t>
            </a:r>
            <a:endParaRPr lang="en-GB" dirty="0"/>
          </a:p>
        </p:txBody>
      </p:sp>
      <p:sp>
        <p:nvSpPr>
          <p:cNvPr id="33" name="Text Placeholder 4">
            <a:extLst>
              <a:ext uri="{FF2B5EF4-FFF2-40B4-BE49-F238E27FC236}">
                <a16:creationId xmlns:a16="http://schemas.microsoft.com/office/drawing/2014/main" id="{0091BAF5-E66C-404D-B98F-B491A60A2A61}"/>
              </a:ext>
            </a:extLst>
          </p:cNvPr>
          <p:cNvSpPr>
            <a:spLocks noGrp="1"/>
          </p:cNvSpPr>
          <p:nvPr>
            <p:ph type="body" sz="quarter" idx="35" hasCustomPrompt="1"/>
          </p:nvPr>
        </p:nvSpPr>
        <p:spPr>
          <a:xfrm>
            <a:off x="6013175" y="1401657"/>
            <a:ext cx="2880000" cy="307777"/>
          </a:xfrm>
          <a:prstGeom prst="rect">
            <a:avLst/>
          </a:prstGeom>
        </p:spPr>
        <p:txBody>
          <a:bodyPr lIns="0" tIns="0" rIns="0" bIns="0">
            <a:spAutoFit/>
          </a:bodyPr>
          <a:lstStyle>
            <a:lvl1pPr>
              <a:defRPr lang="en-GB" sz="2000" b="1" kern="1200" spc="0" dirty="0">
                <a:solidFill>
                  <a:schemeClr val="tx1"/>
                </a:solidFill>
                <a:latin typeface="Arial"/>
                <a:ea typeface="+mn-ea"/>
                <a:cs typeface="+mn-cs"/>
              </a:defRPr>
            </a:lvl1pPr>
          </a:lstStyle>
          <a:p>
            <a:pPr lvl="0"/>
            <a:r>
              <a:rPr lang="en-US" dirty="0"/>
              <a:t>In 5 years</a:t>
            </a:r>
            <a:endParaRPr lang="en-GB" dirty="0"/>
          </a:p>
        </p:txBody>
      </p:sp>
      <p:sp>
        <p:nvSpPr>
          <p:cNvPr id="17" name="TextBox 16"/>
          <p:cNvSpPr txBox="1"/>
          <p:nvPr userDrawn="1"/>
        </p:nvSpPr>
        <p:spPr>
          <a:xfrm>
            <a:off x="8662881" y="6528581"/>
            <a:ext cx="309700" cy="194925"/>
          </a:xfrm>
          <a:prstGeom prst="rect">
            <a:avLst/>
          </a:prstGeom>
          <a:noFill/>
        </p:spPr>
        <p:txBody>
          <a:bodyPr wrap="none" rtlCol="0" anchor="ctr">
            <a:spAutoFit/>
          </a:bodyPr>
          <a:lstStyle/>
          <a:p>
            <a:pPr algn="r">
              <a:lnSpc>
                <a:spcPts val="800"/>
              </a:lnSpc>
            </a:pPr>
            <a:fld id="{0E0A9B4E-19F2-4E81-81C4-98D63547DE75}" type="slidenum">
              <a:rPr lang="en-GB" sz="800" kern="1200">
                <a:solidFill>
                  <a:schemeClr val="bg1">
                    <a:lumMod val="65000"/>
                  </a:schemeClr>
                </a:solidFill>
                <a:latin typeface="Arial" pitchFamily="34" charset="0"/>
                <a:ea typeface="+mn-ea"/>
                <a:cs typeface="Arial" pitchFamily="34" charset="0"/>
              </a:rPr>
              <a:pPr algn="r">
                <a:lnSpc>
                  <a:spcPts val="800"/>
                </a:lnSpc>
              </a:pPr>
              <a:t>‹#›</a:t>
            </a:fld>
            <a:endParaRPr lang="en-GB" sz="800" kern="1200" dirty="0">
              <a:solidFill>
                <a:schemeClr val="bg1">
                  <a:lumMod val="65000"/>
                </a:schemeClr>
              </a:solidFill>
              <a:latin typeface="Arial" pitchFamily="34" charset="0"/>
              <a:ea typeface="+mn-ea"/>
              <a:cs typeface="Arial" pitchFamily="34" charset="0"/>
            </a:endParaRPr>
          </a:p>
        </p:txBody>
      </p:sp>
      <p:sp>
        <p:nvSpPr>
          <p:cNvPr id="19" name="Text Placeholder 14"/>
          <p:cNvSpPr>
            <a:spLocks noGrp="1"/>
          </p:cNvSpPr>
          <p:nvPr>
            <p:ph type="body" sz="quarter" idx="10" hasCustomPrompt="1"/>
          </p:nvPr>
        </p:nvSpPr>
        <p:spPr>
          <a:xfrm>
            <a:off x="250825" y="6523200"/>
            <a:ext cx="8363222" cy="194400"/>
          </a:xfrm>
          <a:prstGeom prst="rect">
            <a:avLst/>
          </a:prstGeom>
        </p:spPr>
        <p:txBody>
          <a:bodyPr lIns="0" tIns="4680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lang="en-GB" sz="800" kern="1200" baseline="0" noProof="0" dirty="0">
                <a:solidFill>
                  <a:schemeClr val="bg1">
                    <a:lumMod val="65000"/>
                  </a:schemeClr>
                </a:solidFill>
                <a:latin typeface="Arial" pitchFamily="34" charset="0"/>
                <a:ea typeface="+mn-ea"/>
                <a:cs typeface="Arial" pitchFamily="34" charset="0"/>
              </a:defRPr>
            </a:lvl1pPr>
          </a:lstStyle>
          <a:p>
            <a:pPr marL="0" marR="0" lvl="0" indent="0" algn="l" defTabSz="457200"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rgbClr val="000000">
                    <a:lumMod val="50000"/>
                    <a:lumOff val="50000"/>
                  </a:srgbClr>
                </a:solidFill>
                <a:effectLst/>
                <a:uLnTx/>
                <a:uFillTx/>
              </a:rPr>
              <a:t>Insert source/photo credit here</a:t>
            </a:r>
          </a:p>
        </p:txBody>
      </p:sp>
      <p:sp>
        <p:nvSpPr>
          <p:cNvPr id="20" name="title_element"/>
          <p:cNvSpPr>
            <a:spLocks noGrp="1"/>
          </p:cNvSpPr>
          <p:nvPr>
            <p:ph type="title" hasCustomPrompt="1"/>
          </p:nvPr>
        </p:nvSpPr>
        <p:spPr>
          <a:xfrm>
            <a:off x="250826" y="728663"/>
            <a:ext cx="8642348" cy="443198"/>
          </a:xfrm>
          <a:prstGeom prst="rect">
            <a:avLst/>
          </a:prstGeom>
        </p:spPr>
        <p:txBody>
          <a:bodyPr wrap="square" lIns="0" tIns="0" rIns="0" bIns="0" anchor="t">
            <a:spAutoFit/>
          </a:bodyPr>
          <a:lstStyle>
            <a:lvl1pPr marL="0" marR="0" indent="0" algn="l" defTabSz="914400" eaLnBrk="1" fontAlgn="auto" latinLnBrk="0" hangingPunct="1">
              <a:lnSpc>
                <a:spcPct val="90000"/>
              </a:lnSpc>
              <a:spcBef>
                <a:spcPts val="0"/>
              </a:spcBef>
              <a:spcAft>
                <a:spcPts val="0"/>
              </a:spcAft>
              <a:buClrTx/>
              <a:buSzTx/>
              <a:buFontTx/>
              <a:buNone/>
              <a:tabLst/>
              <a:defRPr sz="3200" b="1">
                <a:solidFill>
                  <a:schemeClr val="bg2"/>
                </a:solidFill>
                <a:latin typeface="Arial" pitchFamily="34" charset="0"/>
                <a:cs typeface="Arial" pitchFamily="34" charset="0"/>
              </a:defRPr>
            </a:lvl1pPr>
          </a:lstStyle>
          <a:p>
            <a:pPr marL="0" marR="0" lvl="0" indent="0" algn="l" defTabSz="914400" eaLnBrk="1" fontAlgn="auto" latinLnBrk="0" hangingPunct="1">
              <a:lnSpc>
                <a:spcPct val="90000"/>
              </a:lnSpc>
              <a:spcBef>
                <a:spcPts val="0"/>
              </a:spcBef>
              <a:spcAft>
                <a:spcPts val="0"/>
              </a:spcAft>
              <a:buClrTx/>
              <a:buSzTx/>
              <a:buFontTx/>
              <a:buNone/>
              <a:tabLst/>
              <a:defRPr/>
            </a:pPr>
            <a:r>
              <a:rPr lang="en-GB" dirty="0"/>
              <a:t>What will happen next?</a:t>
            </a:r>
            <a:endParaRPr kumimoji="0" lang="en-US" sz="3200" b="0" i="0" u="none" strike="noStrike" kern="0" cap="none" spc="0" normalizeH="0" baseline="0" noProof="0" dirty="0">
              <a:ln>
                <a:noFill/>
              </a:ln>
              <a:solidFill>
                <a:srgbClr val="35BDB2"/>
              </a:solidFill>
              <a:effectLst/>
              <a:uLnTx/>
              <a:uFillTx/>
              <a:latin typeface="Arial" pitchFamily="34" charset="0"/>
              <a:cs typeface="Arial" pitchFamily="34" charset="0"/>
            </a:endParaRPr>
          </a:p>
        </p:txBody>
      </p:sp>
      <p:graphicFrame>
        <p:nvGraphicFramePr>
          <p:cNvPr id="12" name="Content Placeholder 18"/>
          <p:cNvGraphicFramePr>
            <a:graphicFrameLocks/>
          </p:cNvGraphicFramePr>
          <p:nvPr userDrawn="1">
            <p:extLst>
              <p:ext uri="{D42A27DB-BD31-4B8C-83A1-F6EECF244321}">
                <p14:modId xmlns:p14="http://schemas.microsoft.com/office/powerpoint/2010/main" val="2506928029"/>
              </p:ext>
            </p:extLst>
          </p:nvPr>
        </p:nvGraphicFramePr>
        <p:xfrm>
          <a:off x="250825" y="1813634"/>
          <a:ext cx="8642349" cy="4710991"/>
        </p:xfrm>
        <a:graphic>
          <a:graphicData uri="http://schemas.openxmlformats.org/drawingml/2006/table">
            <a:tbl>
              <a:tblPr/>
              <a:tblGrid>
                <a:gridCol w="2880783">
                  <a:extLst>
                    <a:ext uri="{9D8B030D-6E8A-4147-A177-3AD203B41FA5}">
                      <a16:colId xmlns:a16="http://schemas.microsoft.com/office/drawing/2014/main" val="20000"/>
                    </a:ext>
                  </a:extLst>
                </a:gridCol>
                <a:gridCol w="2880783">
                  <a:extLst>
                    <a:ext uri="{9D8B030D-6E8A-4147-A177-3AD203B41FA5}">
                      <a16:colId xmlns:a16="http://schemas.microsoft.com/office/drawing/2014/main" val="20002"/>
                    </a:ext>
                  </a:extLst>
                </a:gridCol>
                <a:gridCol w="2880783">
                  <a:extLst>
                    <a:ext uri="{9D8B030D-6E8A-4147-A177-3AD203B41FA5}">
                      <a16:colId xmlns:a16="http://schemas.microsoft.com/office/drawing/2014/main" val="20004"/>
                    </a:ext>
                  </a:extLst>
                </a:gridCol>
              </a:tblGrid>
              <a:tr h="1578643">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b="1" spc="-20" dirty="0">
                        <a:solidFill>
                          <a:schemeClr val="bg1"/>
                        </a:solidFill>
                        <a:latin typeface="Arial"/>
                      </a:endParaRPr>
                    </a:p>
                  </a:txBody>
                  <a:tcPr marL="144000" marR="144000" anchor="ctr">
                    <a:lnL w="12700" cmpd="sng">
                      <a:noFill/>
                    </a:lnL>
                    <a:lnR w="190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2700" cmpd="sng">
                      <a:noFill/>
                    </a:lnR>
                    <a:lnT w="12700" cap="flat" cmpd="sng" algn="ctr">
                      <a:solidFill>
                        <a:srgbClr val="FFFFFF"/>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1584176">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spc="-20" dirty="0">
                        <a:solidFill>
                          <a:schemeClr val="bg1"/>
                        </a:solidFill>
                        <a:latin typeface="Arial"/>
                      </a:endParaRPr>
                    </a:p>
                  </a:txBody>
                  <a:tcPr marL="144000" marR="144000" anchor="ctr">
                    <a:lnL w="12700" cmpd="sng">
                      <a:noFill/>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Arial"/>
                        <a:ea typeface="+mn-ea"/>
                        <a:cs typeface="+mn-cs"/>
                      </a:endParaRPr>
                    </a:p>
                  </a:txBody>
                  <a:tcPr marL="144000" marR="144000" anchor="ctr">
                    <a:lnL w="19050" cap="flat" cmpd="sng" algn="ctr">
                      <a:noFill/>
                      <a:prstDash val="solid"/>
                      <a:round/>
                      <a:headEnd type="none" w="med" len="med"/>
                      <a:tailEnd type="none" w="med" len="med"/>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1548172">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lnSpc>
                          <a:spcPct val="90000"/>
                        </a:lnSpc>
                        <a:spcAft>
                          <a:spcPts val="600"/>
                        </a:spcAft>
                      </a:pPr>
                      <a:endParaRPr lang="en-GB" sz="1600" spc="-20" dirty="0">
                        <a:solidFill>
                          <a:schemeClr val="bg1"/>
                        </a:solidFill>
                        <a:latin typeface="+mj-lt"/>
                      </a:endParaRPr>
                    </a:p>
                  </a:txBody>
                  <a:tcPr marL="144000" marR="144000" anchor="ctr">
                    <a:lnL w="12700" cmpd="sng">
                      <a:noFill/>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lang="en-GB" sz="1600" dirty="0">
                        <a:latin typeface="+mj-lt"/>
                      </a:endParaRPr>
                    </a:p>
                  </a:txBody>
                  <a:tcPr marL="144000" marR="1440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defPPr>
                        <a:defRPr lang="en-US"/>
                      </a:defPPr>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90000"/>
                        </a:lnSpc>
                        <a:spcBef>
                          <a:spcPts val="0"/>
                        </a:spcBef>
                        <a:spcAft>
                          <a:spcPts val="600"/>
                        </a:spcAft>
                        <a:buClrTx/>
                        <a:buSzTx/>
                        <a:buFontTx/>
                        <a:buNone/>
                        <a:tabLst/>
                        <a:defRPr/>
                      </a:pPr>
                      <a:endParaRPr lang="en-GB" sz="1600" kern="1200" spc="-20" dirty="0">
                        <a:solidFill>
                          <a:schemeClr val="tx1">
                            <a:lumMod val="85000"/>
                            <a:lumOff val="15000"/>
                          </a:schemeClr>
                        </a:solidFill>
                        <a:latin typeface="+mj-lt"/>
                        <a:ea typeface="+mn-ea"/>
                        <a:cs typeface="+mn-cs"/>
                      </a:endParaRPr>
                    </a:p>
                  </a:txBody>
                  <a:tcPr marL="144000" marR="144000" anchor="ctr">
                    <a:lnL w="19050" cap="flat" cmpd="sng" algn="ctr">
                      <a:noFill/>
                      <a:prstDash val="solid"/>
                      <a:round/>
                      <a:headEnd type="none" w="med" len="med"/>
                      <a:tailEnd type="none" w="med" len="med"/>
                    </a:lnL>
                    <a:lnR w="12700" cmpd="sng">
                      <a:noFill/>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bl>
          </a:graphicData>
        </a:graphic>
      </p:graphicFrame>
      <p:sp>
        <p:nvSpPr>
          <p:cNvPr id="6" name="Text Placeholder 5"/>
          <p:cNvSpPr>
            <a:spLocks noGrp="1"/>
          </p:cNvSpPr>
          <p:nvPr>
            <p:ph type="body" sz="quarter" idx="24" hasCustomPrompt="1"/>
          </p:nvPr>
        </p:nvSpPr>
        <p:spPr>
          <a:xfrm>
            <a:off x="345460" y="1906672"/>
            <a:ext cx="2664000" cy="1368000"/>
          </a:xfrm>
          <a:prstGeom prst="rect">
            <a:avLst/>
          </a:prstGeom>
        </p:spPr>
        <p:txBody>
          <a:bodyPr lIns="0" rIns="0"/>
          <a:lstStyle>
            <a:lvl1pPr marL="0" indent="0">
              <a:lnSpc>
                <a:spcPct val="90000"/>
              </a:lnSpc>
              <a:spcBef>
                <a:spcPts val="0"/>
              </a:spcBef>
              <a:buNone/>
              <a:defRPr sz="1400">
                <a:solidFill>
                  <a:schemeClr val="tx1"/>
                </a:solidFill>
                <a:latin typeface="+mn-lt"/>
                <a:cs typeface="Arial" panose="020B0604020202020204" pitchFamily="34" charset="0"/>
              </a:defRPr>
            </a:lvl1pPr>
          </a:lstStyle>
          <a:p>
            <a:pPr lvl="0"/>
            <a:r>
              <a:rPr lang="en-GB" dirty="0"/>
              <a:t>&lt;Text&gt;</a:t>
            </a:r>
          </a:p>
        </p:txBody>
      </p:sp>
      <p:sp>
        <p:nvSpPr>
          <p:cNvPr id="8" name="Text Placeholder 7"/>
          <p:cNvSpPr>
            <a:spLocks noGrp="1"/>
          </p:cNvSpPr>
          <p:nvPr>
            <p:ph type="body" sz="quarter" idx="25" hasCustomPrompt="1"/>
          </p:nvPr>
        </p:nvSpPr>
        <p:spPr>
          <a:xfrm>
            <a:off x="345460" y="3491896"/>
            <a:ext cx="2664000" cy="1368000"/>
          </a:xfrm>
          <a:prstGeom prst="rect">
            <a:avLst/>
          </a:prstGeom>
        </p:spPr>
        <p:txBody>
          <a:bodyPr lIns="0" rIns="0"/>
          <a:lstStyle>
            <a:lvl1pPr marL="0" indent="0">
              <a:lnSpc>
                <a:spcPct val="90000"/>
              </a:lnSpc>
              <a:spcBef>
                <a:spcPts val="0"/>
              </a:spcBef>
              <a:buNone/>
              <a:defRPr sz="1400" baseline="0">
                <a:solidFill>
                  <a:schemeClr val="tx1"/>
                </a:solidFill>
                <a:latin typeface="+mn-lt"/>
                <a:cs typeface="Arial" panose="020B0604020202020204" pitchFamily="34" charset="0"/>
              </a:defRPr>
            </a:lvl1pPr>
          </a:lstStyle>
          <a:p>
            <a:pPr lvl="0"/>
            <a:r>
              <a:rPr lang="en-GB" dirty="0"/>
              <a:t>&lt;Text&gt;</a:t>
            </a:r>
          </a:p>
        </p:txBody>
      </p:sp>
      <p:sp>
        <p:nvSpPr>
          <p:cNvPr id="21" name="Text Placeholder 20"/>
          <p:cNvSpPr>
            <a:spLocks noGrp="1"/>
          </p:cNvSpPr>
          <p:nvPr>
            <p:ph type="body" sz="quarter" idx="26" hasCustomPrompt="1"/>
          </p:nvPr>
        </p:nvSpPr>
        <p:spPr>
          <a:xfrm>
            <a:off x="345460" y="5077120"/>
            <a:ext cx="2664000" cy="1368000"/>
          </a:xfrm>
          <a:prstGeom prst="rect">
            <a:avLst/>
          </a:prstGeom>
        </p:spPr>
        <p:txBody>
          <a:bodyPr lIns="0" rIns="0"/>
          <a:lstStyle>
            <a:lvl1pPr marL="0" marR="0" indent="0" algn="l" defTabSz="914400" rtl="0" eaLnBrk="1" fontAlgn="auto" latinLnBrk="0" hangingPunct="1">
              <a:lnSpc>
                <a:spcPct val="90000"/>
              </a:lnSpc>
              <a:spcBef>
                <a:spcPts val="0"/>
              </a:spcBef>
              <a:spcAft>
                <a:spcPts val="0"/>
              </a:spcAft>
              <a:buClrTx/>
              <a:buSzTx/>
              <a:buFont typeface="Arial" pitchFamily="34" charset="0"/>
              <a:buNone/>
              <a:tabLst/>
              <a:defRPr sz="1400">
                <a:solidFill>
                  <a:schemeClr val="tx1"/>
                </a:solidFill>
                <a:latin typeface="+mn-lt"/>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&lt;Text&gt;</a:t>
            </a:r>
          </a:p>
          <a:p>
            <a:pPr lvl="0"/>
            <a:endParaRPr lang="en-GB" dirty="0"/>
          </a:p>
        </p:txBody>
      </p:sp>
      <p:sp>
        <p:nvSpPr>
          <p:cNvPr id="32" name="Text Placeholder 31"/>
          <p:cNvSpPr>
            <a:spLocks noGrp="1"/>
          </p:cNvSpPr>
          <p:nvPr>
            <p:ph type="body" sz="quarter" idx="27" hasCustomPrompt="1"/>
          </p:nvPr>
        </p:nvSpPr>
        <p:spPr>
          <a:xfrm>
            <a:off x="3232964" y="1906672"/>
            <a:ext cx="2664000" cy="1368000"/>
          </a:xfrm>
          <a:prstGeom prst="rect">
            <a:avLst/>
          </a:prstGeom>
        </p:spPr>
        <p:txBody>
          <a:bodyPr lIns="0" rIns="0"/>
          <a:lstStyle>
            <a:lvl1pPr marL="0" marR="0" indent="0" algn="l" defTabSz="914400" rtl="0" eaLnBrk="1" fontAlgn="auto" latinLnBrk="0" hangingPunct="1">
              <a:lnSpc>
                <a:spcPct val="90000"/>
              </a:lnSpc>
              <a:spcBef>
                <a:spcPts val="0"/>
              </a:spcBef>
              <a:spcAft>
                <a:spcPts val="0"/>
              </a:spcAft>
              <a:buClrTx/>
              <a:buSzTx/>
              <a:buFont typeface="Arial" pitchFamily="34" charset="0"/>
              <a:buNone/>
              <a:tabLst/>
              <a:defRPr sz="1400">
                <a:solidFill>
                  <a:schemeClr val="bg1"/>
                </a:solidFill>
                <a:latin typeface="+mn-lt"/>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GB" dirty="0"/>
              <a:t>&lt;Text&gt;</a:t>
            </a:r>
          </a:p>
        </p:txBody>
      </p:sp>
      <p:sp>
        <p:nvSpPr>
          <p:cNvPr id="34" name="Text Placeholder 33"/>
          <p:cNvSpPr>
            <a:spLocks noGrp="1"/>
          </p:cNvSpPr>
          <p:nvPr>
            <p:ph type="body" sz="quarter" idx="28" hasCustomPrompt="1"/>
          </p:nvPr>
        </p:nvSpPr>
        <p:spPr>
          <a:xfrm>
            <a:off x="3232964" y="3492290"/>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36" name="Text Placeholder 35"/>
          <p:cNvSpPr>
            <a:spLocks noGrp="1"/>
          </p:cNvSpPr>
          <p:nvPr>
            <p:ph type="body" sz="quarter" idx="29" hasCustomPrompt="1"/>
          </p:nvPr>
        </p:nvSpPr>
        <p:spPr>
          <a:xfrm>
            <a:off x="3232964" y="5077907"/>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38" name="Text Placeholder 37"/>
          <p:cNvSpPr>
            <a:spLocks noGrp="1"/>
          </p:cNvSpPr>
          <p:nvPr>
            <p:ph type="body" sz="quarter" idx="30" hasCustomPrompt="1"/>
          </p:nvPr>
        </p:nvSpPr>
        <p:spPr>
          <a:xfrm>
            <a:off x="6120468" y="1906672"/>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sp>
        <p:nvSpPr>
          <p:cNvPr id="40" name="Text Placeholder 39"/>
          <p:cNvSpPr>
            <a:spLocks noGrp="1"/>
          </p:cNvSpPr>
          <p:nvPr>
            <p:ph type="body" sz="quarter" idx="31" hasCustomPrompt="1"/>
          </p:nvPr>
        </p:nvSpPr>
        <p:spPr>
          <a:xfrm>
            <a:off x="6120468" y="3491897"/>
            <a:ext cx="2664000" cy="1368000"/>
          </a:xfrm>
          <a:prstGeom prst="rect">
            <a:avLst/>
          </a:prstGeom>
        </p:spPr>
        <p:txBody>
          <a:bodyPr lIns="0" rIns="0"/>
          <a:lstStyle>
            <a:lvl1pPr marL="0" indent="0">
              <a:lnSpc>
                <a:spcPct val="90000"/>
              </a:lnSpc>
              <a:spcBef>
                <a:spcPts val="0"/>
              </a:spcBef>
              <a:buNone/>
              <a:defRPr sz="1400" baseline="0">
                <a:solidFill>
                  <a:schemeClr val="bg1"/>
                </a:solidFill>
                <a:latin typeface="+mn-lt"/>
                <a:cs typeface="Arial" panose="020B0604020202020204" pitchFamily="34" charset="0"/>
              </a:defRPr>
            </a:lvl1pPr>
          </a:lstStyle>
          <a:p>
            <a:pPr lvl="0"/>
            <a:r>
              <a:rPr lang="en-GB" dirty="0"/>
              <a:t>&lt;Text&gt;</a:t>
            </a:r>
          </a:p>
        </p:txBody>
      </p:sp>
      <p:sp>
        <p:nvSpPr>
          <p:cNvPr id="42" name="Text Placeholder 41"/>
          <p:cNvSpPr>
            <a:spLocks noGrp="1"/>
          </p:cNvSpPr>
          <p:nvPr>
            <p:ph type="body" sz="quarter" idx="32" hasCustomPrompt="1"/>
          </p:nvPr>
        </p:nvSpPr>
        <p:spPr>
          <a:xfrm>
            <a:off x="6120468" y="5077121"/>
            <a:ext cx="2664000" cy="1368000"/>
          </a:xfrm>
          <a:prstGeom prst="rect">
            <a:avLst/>
          </a:prstGeom>
        </p:spPr>
        <p:txBody>
          <a:bodyPr lIns="0" rIns="0"/>
          <a:lstStyle>
            <a:lvl1pPr marL="0" indent="0">
              <a:lnSpc>
                <a:spcPct val="90000"/>
              </a:lnSpc>
              <a:spcBef>
                <a:spcPts val="0"/>
              </a:spcBef>
              <a:buNone/>
              <a:defRPr sz="1400">
                <a:solidFill>
                  <a:schemeClr val="bg1"/>
                </a:solidFill>
                <a:latin typeface="+mn-lt"/>
                <a:cs typeface="Arial" panose="020B0604020202020204" pitchFamily="34" charset="0"/>
              </a:defRPr>
            </a:lvl1pPr>
          </a:lstStyle>
          <a:p>
            <a:pPr lvl="0"/>
            <a:r>
              <a:rPr lang="en-GB" dirty="0"/>
              <a:t>&lt;Text&gt;</a:t>
            </a:r>
          </a:p>
        </p:txBody>
      </p:sp>
      <p:cxnSp>
        <p:nvCxnSpPr>
          <p:cNvPr id="26" name="Straight Connector 25">
            <a:extLst>
              <a:ext uri="{FF2B5EF4-FFF2-40B4-BE49-F238E27FC236}">
                <a16:creationId xmlns:a16="http://schemas.microsoft.com/office/drawing/2014/main" id="{35ADEB29-8325-4EAB-8D06-C1B816C76B75}"/>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27" name="ff_icon">
            <a:extLst>
              <a:ext uri="{FF2B5EF4-FFF2-40B4-BE49-F238E27FC236}">
                <a16:creationId xmlns:a16="http://schemas.microsoft.com/office/drawing/2014/main" id="{F0DF73D9-56A1-4C1D-AEB0-806B6451CBD5}"/>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28" name="Rectangle 5">
              <a:extLst>
                <a:ext uri="{FF2B5EF4-FFF2-40B4-BE49-F238E27FC236}">
                  <a16:creationId xmlns:a16="http://schemas.microsoft.com/office/drawing/2014/main" id="{E616B325-8799-4A3C-8A46-0E3D73126ECF}"/>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9" name="Rectangle 6">
              <a:extLst>
                <a:ext uri="{FF2B5EF4-FFF2-40B4-BE49-F238E27FC236}">
                  <a16:creationId xmlns:a16="http://schemas.microsoft.com/office/drawing/2014/main" id="{FF2D3E91-4EAE-4D8E-A264-A64DC8F97469}"/>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0" name="Rectangle 7">
              <a:extLst>
                <a:ext uri="{FF2B5EF4-FFF2-40B4-BE49-F238E27FC236}">
                  <a16:creationId xmlns:a16="http://schemas.microsoft.com/office/drawing/2014/main" id="{DEF83547-B73F-4D16-BA6F-A8135307ADDE}"/>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cxnSp>
        <p:nvCxnSpPr>
          <p:cNvPr id="23" name="Straight Connector 22">
            <a:extLst>
              <a:ext uri="{FF2B5EF4-FFF2-40B4-BE49-F238E27FC236}">
                <a16:creationId xmlns:a16="http://schemas.microsoft.com/office/drawing/2014/main" id="{DBDB19F5-9B1C-43BC-979D-AAA783F2229C}"/>
              </a:ext>
            </a:extLst>
          </p:cNvPr>
          <p:cNvCxnSpPr/>
          <p:nvPr userDrawn="1"/>
        </p:nvCxnSpPr>
        <p:spPr>
          <a:xfrm>
            <a:off x="250825" y="1268760"/>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5499006"/>
      </p:ext>
    </p:extLst>
  </p:cSld>
  <p:clrMapOvr>
    <a:masterClrMapping/>
  </p:clrMapOvr>
  <p:extLst>
    <p:ext uri="{DCECCB84-F9BA-43D5-87BE-67443E8EF086}">
      <p15:sldGuideLst xmlns:p15="http://schemas.microsoft.com/office/powerpoint/2012/main">
        <p15:guide id="1" orient="horz" pos="40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What will happen next? ROWS">
    <p:bg>
      <p:bgPr>
        <a:solidFill>
          <a:schemeClr val="bg2"/>
        </a:solidFill>
        <a:effectLst/>
      </p:bgPr>
    </p:bg>
    <p:spTree>
      <p:nvGrpSpPr>
        <p:cNvPr id="1" name=""/>
        <p:cNvGrpSpPr/>
        <p:nvPr/>
      </p:nvGrpSpPr>
      <p:grpSpPr>
        <a:xfrm>
          <a:off x="0" y="0"/>
          <a:ext cx="0" cy="0"/>
          <a:chOff x="0" y="0"/>
          <a:chExt cx="0" cy="0"/>
        </a:xfrm>
      </p:grpSpPr>
      <p:sp>
        <p:nvSpPr>
          <p:cNvPr id="20" name="TextBox 19"/>
          <p:cNvSpPr txBox="1"/>
          <p:nvPr userDrawn="1"/>
        </p:nvSpPr>
        <p:spPr>
          <a:xfrm>
            <a:off x="8662881" y="6524625"/>
            <a:ext cx="309700" cy="194925"/>
          </a:xfrm>
          <a:prstGeom prst="rect">
            <a:avLst/>
          </a:prstGeom>
          <a:noFill/>
        </p:spPr>
        <p:txBody>
          <a:bodyPr wrap="none" rtlCol="0" anchor="ctr">
            <a:spAutoFit/>
          </a:bodyPr>
          <a:lstStyle/>
          <a:p>
            <a:pPr algn="r">
              <a:lnSpc>
                <a:spcPts val="800"/>
              </a:lnSpc>
            </a:pPr>
            <a:fld id="{0E0A9B4E-19F2-4E81-81C4-98D63547DE75}" type="slidenum">
              <a:rPr kumimoji="0" lang="en-GB" sz="800" b="0" i="0" u="none" strike="noStrike" kern="1200" cap="none" spc="0" normalizeH="0" baseline="0">
                <a:ln>
                  <a:noFill/>
                </a:ln>
                <a:solidFill>
                  <a:schemeClr val="bg1"/>
                </a:solidFill>
                <a:effectLst/>
                <a:uLnTx/>
                <a:uFillTx/>
                <a:latin typeface="Arial" pitchFamily="34" charset="0"/>
                <a:ea typeface="+mn-ea"/>
                <a:cs typeface="Arial" pitchFamily="34" charset="0"/>
              </a:rPr>
              <a:pPr algn="r">
                <a:lnSpc>
                  <a:spcPts val="800"/>
                </a:lnSpc>
              </a:pPr>
              <a:t>‹#›</a:t>
            </a:fld>
            <a:endParaRPr kumimoji="0" lang="en-GB" sz="800" b="0" i="0" u="none" strike="noStrike" kern="1200" cap="none" spc="0" normalizeH="0" baseline="0" dirty="0">
              <a:ln>
                <a:noFill/>
              </a:ln>
              <a:solidFill>
                <a:schemeClr val="bg1"/>
              </a:solidFill>
              <a:effectLst/>
              <a:uLnTx/>
              <a:uFillTx/>
              <a:latin typeface="Arial" pitchFamily="34" charset="0"/>
              <a:ea typeface="+mn-ea"/>
              <a:cs typeface="Arial" pitchFamily="34" charset="0"/>
            </a:endParaRPr>
          </a:p>
        </p:txBody>
      </p:sp>
      <p:sp>
        <p:nvSpPr>
          <p:cNvPr id="22" name="Text Placeholder 14"/>
          <p:cNvSpPr>
            <a:spLocks noGrp="1"/>
          </p:cNvSpPr>
          <p:nvPr>
            <p:ph type="body" sz="quarter" idx="10" hasCustomPrompt="1"/>
          </p:nvPr>
        </p:nvSpPr>
        <p:spPr>
          <a:xfrm>
            <a:off x="259263" y="6524625"/>
            <a:ext cx="8362800" cy="194925"/>
          </a:xfrm>
          <a:prstGeom prst="rect">
            <a:avLst/>
          </a:prstGeom>
        </p:spPr>
        <p:txBody>
          <a:bodyPr l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kumimoji="0" lang="en-GB" sz="800" b="0" i="0" u="none" strike="noStrike" kern="0" cap="none" spc="0" normalizeH="0" baseline="0" noProof="0" dirty="0">
                <a:ln>
                  <a:noFill/>
                </a:ln>
                <a:solidFill>
                  <a:schemeClr val="bg1"/>
                </a:solidFill>
                <a:effectLst/>
                <a:uLnTx/>
                <a:uFillTx/>
                <a:latin typeface="Arial" pitchFamily="34" charset="0"/>
                <a:ea typeface="+mn-ea"/>
                <a:cs typeface="Arial" pitchFamily="34" charset="0"/>
              </a:defRPr>
            </a:lvl1pPr>
          </a:lstStyle>
          <a:p>
            <a:pPr marL="0" marR="0" lvl="0" indent="0" algn="l" defTabSz="457200" rtl="0" eaLnBrk="1" fontAlgn="auto" latinLnBrk="0" hangingPunct="1">
              <a:lnSpc>
                <a:spcPts val="800"/>
              </a:lnSpc>
              <a:spcBef>
                <a:spcPts val="0"/>
              </a:spcBef>
              <a:spcAft>
                <a:spcPts val="0"/>
              </a:spcAft>
              <a:buClrTx/>
              <a:buSzTx/>
              <a:buFont typeface="Arial"/>
              <a:buNone/>
              <a:tabLst/>
              <a:defRPr/>
            </a:pPr>
            <a:r>
              <a:rPr kumimoji="0" lang="en-GB" sz="800" b="0" i="0" u="none" strike="noStrike" kern="0" cap="none" spc="0" normalizeH="0" baseline="0" noProof="0" dirty="0">
                <a:ln>
                  <a:noFill/>
                </a:ln>
                <a:solidFill>
                  <a:schemeClr val="bg1"/>
                </a:solidFill>
                <a:effectLst/>
                <a:uLnTx/>
                <a:uFillTx/>
              </a:rPr>
              <a:t>Insert source/photo credit here</a:t>
            </a:r>
            <a:endParaRPr kumimoji="0" lang="en-GB" sz="800" b="0" i="0" u="none" strike="noStrike" kern="0" cap="none" spc="0" normalizeH="0" baseline="0" noProof="0" dirty="0">
              <a:ln>
                <a:noFill/>
              </a:ln>
              <a:solidFill>
                <a:srgbClr val="FFFFFF"/>
              </a:solidFill>
              <a:effectLst/>
              <a:uLnTx/>
              <a:uFillTx/>
            </a:endParaRPr>
          </a:p>
        </p:txBody>
      </p:sp>
      <p:sp>
        <p:nvSpPr>
          <p:cNvPr id="23" name="Title 1"/>
          <p:cNvSpPr>
            <a:spLocks noGrp="1"/>
          </p:cNvSpPr>
          <p:nvPr>
            <p:ph type="title" hasCustomPrompt="1"/>
          </p:nvPr>
        </p:nvSpPr>
        <p:spPr>
          <a:xfrm>
            <a:off x="250825" y="728663"/>
            <a:ext cx="8642349" cy="443198"/>
          </a:xfrm>
          <a:prstGeom prst="rect">
            <a:avLst/>
          </a:prstGeom>
        </p:spPr>
        <p:txBody>
          <a:bodyPr wrap="square" lIns="0" tIns="0" rIns="0" bIns="0" anchor="t">
            <a:spAutoFit/>
          </a:bodyPr>
          <a:lstStyle>
            <a:lvl1pPr marL="0" marR="0" indent="0" algn="l" defTabSz="914400" rtl="0" eaLnBrk="1" fontAlgn="auto" latinLnBrk="0" hangingPunct="1">
              <a:lnSpc>
                <a:spcPct val="90000"/>
              </a:lnSpc>
              <a:spcBef>
                <a:spcPts val="0"/>
              </a:spcBef>
              <a:spcAft>
                <a:spcPts val="0"/>
              </a:spcAft>
              <a:buClrTx/>
              <a:buSzTx/>
              <a:buFontTx/>
              <a:buNone/>
              <a:tabLst/>
              <a:defRPr lang="en-US" sz="3200" b="1" kern="1200" noProof="0" dirty="0">
                <a:solidFill>
                  <a:schemeClr val="bg1"/>
                </a:solidFill>
                <a:latin typeface="+mj-lt"/>
                <a:ea typeface="+mj-ea"/>
                <a:cs typeface="Arial" pitchFamily="34" charset="0"/>
              </a:defRPr>
            </a:lvl1pPr>
          </a:lstStyle>
          <a:p>
            <a:pPr marL="0" marR="0" lvl="0" indent="0" algn="l" defTabSz="914400" rtl="0" eaLnBrk="1" fontAlgn="auto" latinLnBrk="0" hangingPunct="1">
              <a:lnSpc>
                <a:spcPct val="90000"/>
              </a:lnSpc>
              <a:spcBef>
                <a:spcPts val="0"/>
              </a:spcBef>
              <a:spcAft>
                <a:spcPts val="0"/>
              </a:spcAft>
              <a:buClrTx/>
              <a:buSzTx/>
              <a:buFontTx/>
              <a:buNone/>
              <a:tabLst/>
              <a:defRPr/>
            </a:pPr>
            <a:r>
              <a:rPr lang="en-GB" dirty="0">
                <a:solidFill>
                  <a:schemeClr val="bg1"/>
                </a:solidFill>
              </a:rPr>
              <a:t>What will happen next?</a:t>
            </a:r>
            <a:endParaRPr kumimoji="0" lang="en-US" sz="3200" b="0" i="0" u="none" strike="noStrike" kern="0" cap="none" spc="0" normalizeH="0" baseline="0" noProof="0" dirty="0">
              <a:ln>
                <a:noFill/>
              </a:ln>
              <a:solidFill>
                <a:srgbClr val="FFFFFF"/>
              </a:solidFill>
              <a:effectLst/>
              <a:uLnTx/>
              <a:uFillTx/>
              <a:latin typeface="Arial" pitchFamily="34" charset="0"/>
              <a:cs typeface="Arial" pitchFamily="34" charset="0"/>
            </a:endParaRPr>
          </a:p>
        </p:txBody>
      </p:sp>
      <p:sp>
        <p:nvSpPr>
          <p:cNvPr id="29" name="Text Placeholder 29"/>
          <p:cNvSpPr>
            <a:spLocks noGrp="1"/>
          </p:cNvSpPr>
          <p:nvPr>
            <p:ph type="body" sz="quarter" idx="11" hasCustomPrompt="1"/>
          </p:nvPr>
        </p:nvSpPr>
        <p:spPr>
          <a:xfrm>
            <a:off x="251520" y="1650115"/>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13" name="Text Placeholder 29"/>
          <p:cNvSpPr>
            <a:spLocks noGrp="1"/>
          </p:cNvSpPr>
          <p:nvPr>
            <p:ph type="body" sz="quarter" idx="13" hasCustomPrompt="1"/>
          </p:nvPr>
        </p:nvSpPr>
        <p:spPr>
          <a:xfrm>
            <a:off x="250825" y="3393434"/>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17" name="Text Placeholder 29"/>
          <p:cNvSpPr>
            <a:spLocks noGrp="1"/>
          </p:cNvSpPr>
          <p:nvPr>
            <p:ph type="body" sz="quarter" idx="15" hasCustomPrompt="1"/>
          </p:nvPr>
        </p:nvSpPr>
        <p:spPr>
          <a:xfrm>
            <a:off x="250825" y="5116415"/>
            <a:ext cx="8642350" cy="276999"/>
          </a:xfrm>
          <a:prstGeom prst="rect">
            <a:avLst/>
          </a:prstGeom>
        </p:spPr>
        <p:txBody>
          <a:bodyPr lIns="0" tIns="0" rIns="0" bIns="0" anchor="b" anchorCtr="0">
            <a:spAutoFit/>
          </a:bodyPr>
          <a:lstStyle>
            <a:lvl1pPr marL="0" indent="0" algn="l">
              <a:lnSpc>
                <a:spcPct val="90000"/>
              </a:lnSpc>
              <a:spcBef>
                <a:spcPts val="0"/>
              </a:spcBef>
              <a:buFontTx/>
              <a:buNone/>
              <a:defRPr sz="2000" b="1">
                <a:solidFill>
                  <a:schemeClr val="bg1"/>
                </a:solidFill>
                <a:latin typeface="Arial" pitchFamily="34" charset="0"/>
                <a:cs typeface="Arial" pitchFamily="34" charset="0"/>
              </a:defRPr>
            </a:lvl1pPr>
            <a:lvl2pPr>
              <a:defRPr sz="3600">
                <a:solidFill>
                  <a:schemeClr val="bg1"/>
                </a:solidFill>
                <a:latin typeface="Arial" pitchFamily="34" charset="0"/>
                <a:cs typeface="Arial" pitchFamily="34" charset="0"/>
              </a:defRPr>
            </a:lvl2pPr>
            <a:lvl3pPr>
              <a:defRPr sz="3600">
                <a:solidFill>
                  <a:schemeClr val="bg1"/>
                </a:solidFill>
                <a:latin typeface="Arial" pitchFamily="34" charset="0"/>
                <a:cs typeface="Arial" pitchFamily="34" charset="0"/>
              </a:defRPr>
            </a:lvl3pPr>
            <a:lvl4pPr>
              <a:defRPr sz="3600">
                <a:solidFill>
                  <a:schemeClr val="bg1"/>
                </a:solidFill>
                <a:latin typeface="Arial" pitchFamily="34" charset="0"/>
                <a:cs typeface="Arial" pitchFamily="34" charset="0"/>
              </a:defRPr>
            </a:lvl4pPr>
            <a:lvl5pPr>
              <a:defRPr sz="3600">
                <a:solidFill>
                  <a:schemeClr val="bg1"/>
                </a:solidFill>
                <a:latin typeface="Arial" pitchFamily="34" charset="0"/>
                <a:cs typeface="Arial" pitchFamily="34" charset="0"/>
              </a:defRPr>
            </a:lvl5pPr>
          </a:lstStyle>
          <a:p>
            <a:pPr lvl="0"/>
            <a:r>
              <a:rPr lang="en-US" dirty="0"/>
              <a:t>&lt;TITLE&gt;</a:t>
            </a:r>
            <a:endParaRPr lang="en-GB" dirty="0"/>
          </a:p>
        </p:txBody>
      </p:sp>
      <p:sp>
        <p:nvSpPr>
          <p:cNvPr id="28" name="Text Placeholder 25"/>
          <p:cNvSpPr>
            <a:spLocks noGrp="1"/>
          </p:cNvSpPr>
          <p:nvPr>
            <p:ph type="body" sz="quarter" idx="17" hasCustomPrompt="1"/>
          </p:nvPr>
        </p:nvSpPr>
        <p:spPr>
          <a:xfrm>
            <a:off x="250824" y="2015554"/>
            <a:ext cx="8642350" cy="1044000"/>
          </a:xfrm>
          <a:prstGeom prst="rect">
            <a:avLst/>
          </a:prstGeom>
        </p:spPr>
        <p:txBody>
          <a:bodyPr lIns="0" tIns="0" rIns="0" bIns="0">
            <a:noAutofit/>
          </a:bodyPr>
          <a:lstStyle>
            <a:lvl1pPr marL="0" indent="0" algn="l">
              <a:lnSpc>
                <a:spcPct val="90000"/>
              </a:lnSpc>
              <a:spcBef>
                <a:spcPts val="0"/>
              </a:spcBef>
              <a:spcAft>
                <a:spcPts val="1200"/>
              </a:spcAft>
              <a:buNone/>
              <a:defRPr lang="en-GB" sz="1400" kern="1200" baseline="0" dirty="0">
                <a:solidFill>
                  <a:schemeClr val="bg1"/>
                </a:solidFill>
                <a:latin typeface="+mn-lt"/>
                <a:ea typeface="+mn-ea"/>
                <a:cs typeface="Arial" pitchFamily="34" charset="0"/>
              </a:defRPr>
            </a:lvl1pPr>
            <a:lvl2pPr>
              <a:defRPr sz="1800">
                <a:solidFill>
                  <a:schemeClr val="tx1"/>
                </a:solidFill>
                <a:latin typeface="Arial" pitchFamily="34" charset="0"/>
                <a:cs typeface="Arial" pitchFamily="34" charset="0"/>
              </a:defRPr>
            </a:lvl2pPr>
            <a:lvl3pPr>
              <a:defRPr sz="1800">
                <a:solidFill>
                  <a:schemeClr val="tx1"/>
                </a:solidFill>
                <a:latin typeface="Arial" pitchFamily="34" charset="0"/>
                <a:cs typeface="Arial" pitchFamily="34" charset="0"/>
              </a:defRPr>
            </a:lvl3pPr>
            <a:lvl4pPr>
              <a:defRPr sz="1800">
                <a:solidFill>
                  <a:schemeClr val="tx1"/>
                </a:solidFill>
                <a:latin typeface="Arial" pitchFamily="34" charset="0"/>
                <a:cs typeface="Arial" pitchFamily="34" charset="0"/>
              </a:defRPr>
            </a:lvl4pPr>
            <a:lvl5pPr>
              <a:defRPr sz="1800">
                <a:solidFill>
                  <a:schemeClr val="tx1"/>
                </a:solidFill>
                <a:latin typeface="Arial" pitchFamily="34" charset="0"/>
                <a:cs typeface="Arial" pitchFamily="34" charset="0"/>
              </a:defRPr>
            </a:lvl5pPr>
          </a:lstStyle>
          <a:p>
            <a:pPr lvl="0"/>
            <a:r>
              <a:rPr lang="en-US" dirty="0"/>
              <a:t>&lt;Text&gt;</a:t>
            </a:r>
            <a:endParaRPr lang="en-GB" dirty="0"/>
          </a:p>
        </p:txBody>
      </p:sp>
      <p:sp>
        <p:nvSpPr>
          <p:cNvPr id="5" name="Text Placeholder 4"/>
          <p:cNvSpPr>
            <a:spLocks noGrp="1"/>
          </p:cNvSpPr>
          <p:nvPr>
            <p:ph type="body" sz="quarter" idx="18" hasCustomPrompt="1"/>
          </p:nvPr>
        </p:nvSpPr>
        <p:spPr>
          <a:xfrm>
            <a:off x="250825" y="3758873"/>
            <a:ext cx="8642350" cy="1044000"/>
          </a:xfrm>
          <a:prstGeom prst="rect">
            <a:avLst/>
          </a:prstGeom>
        </p:spPr>
        <p:txBody>
          <a:bodyPr lIns="0" tIns="0" rIns="0" bIns="0"/>
          <a:lstStyle>
            <a:lvl1pPr marL="0" marR="0" indent="0" algn="l" defTabSz="914400" rtl="0" eaLnBrk="1" fontAlgn="auto" latinLnBrk="0" hangingPunct="1">
              <a:lnSpc>
                <a:spcPct val="90000"/>
              </a:lnSpc>
              <a:spcBef>
                <a:spcPts val="0"/>
              </a:spcBef>
              <a:spcAft>
                <a:spcPts val="1200"/>
              </a:spcAft>
              <a:buClrTx/>
              <a:buSzTx/>
              <a:buFont typeface="Arial" pitchFamily="34" charset="0"/>
              <a:buNone/>
              <a:tabLst/>
              <a:defRPr lang="en-GB" sz="1400" kern="1200" baseline="0" dirty="0">
                <a:solidFill>
                  <a:schemeClr val="bg1"/>
                </a:solidFill>
                <a:latin typeface="+mn-lt"/>
                <a:ea typeface="+mn-ea"/>
                <a:cs typeface="Arial" pitchFamily="34" charset="0"/>
              </a:defRPr>
            </a:lvl1pPr>
            <a:lvl5pPr>
              <a:defRPr/>
            </a:lvl5pPr>
          </a:lstStyle>
          <a:p>
            <a:pPr marL="0" marR="0" lvl="0" indent="0" algn="l" defTabSz="457189" rtl="0" eaLnBrk="1" fontAlgn="auto" latinLnBrk="0" hangingPunct="1">
              <a:lnSpc>
                <a:spcPct val="90000"/>
              </a:lnSpc>
              <a:spcBef>
                <a:spcPts val="0"/>
              </a:spcBef>
              <a:spcAft>
                <a:spcPts val="1200"/>
              </a:spcAft>
              <a:buClrTx/>
              <a:buSzTx/>
              <a:buFontTx/>
              <a:buNone/>
              <a:tabLst/>
              <a:defRPr/>
            </a:pPr>
            <a:r>
              <a:rPr lang="en-US" dirty="0"/>
              <a:t>&lt;Text&gt;</a:t>
            </a:r>
            <a:endParaRPr lang="en-GB" dirty="0"/>
          </a:p>
        </p:txBody>
      </p:sp>
      <p:sp>
        <p:nvSpPr>
          <p:cNvPr id="7" name="Text Placeholder 6"/>
          <p:cNvSpPr>
            <a:spLocks noGrp="1"/>
          </p:cNvSpPr>
          <p:nvPr>
            <p:ph type="body" sz="quarter" idx="19" hasCustomPrompt="1"/>
          </p:nvPr>
        </p:nvSpPr>
        <p:spPr>
          <a:xfrm>
            <a:off x="250825" y="5481854"/>
            <a:ext cx="8642350" cy="1044000"/>
          </a:xfrm>
          <a:prstGeom prst="rect">
            <a:avLst/>
          </a:prstGeom>
        </p:spPr>
        <p:txBody>
          <a:bodyPr lIns="0" tIns="0" rIns="0" bIns="0"/>
          <a:lstStyle>
            <a:lvl1pPr marL="0" marR="0" indent="0" algn="l" defTabSz="914400" rtl="0" eaLnBrk="1" fontAlgn="auto" latinLnBrk="0" hangingPunct="1">
              <a:lnSpc>
                <a:spcPct val="90000"/>
              </a:lnSpc>
              <a:spcBef>
                <a:spcPts val="0"/>
              </a:spcBef>
              <a:spcAft>
                <a:spcPts val="1200"/>
              </a:spcAft>
              <a:buClrTx/>
              <a:buSzTx/>
              <a:buFont typeface="Arial" pitchFamily="34" charset="0"/>
              <a:buNone/>
              <a:tabLst/>
              <a:defRPr lang="en-GB" sz="1400" kern="1200" baseline="0" dirty="0">
                <a:solidFill>
                  <a:schemeClr val="bg1"/>
                </a:solidFill>
                <a:latin typeface="+mn-lt"/>
                <a:ea typeface="+mn-ea"/>
                <a:cs typeface="Arial" pitchFamily="34" charset="0"/>
              </a:defRPr>
            </a:lvl1pPr>
          </a:lstStyle>
          <a:p>
            <a:pPr marL="0" marR="0" lvl="0" indent="0" algn="l" defTabSz="457189" rtl="0" eaLnBrk="1" fontAlgn="auto" latinLnBrk="0" hangingPunct="1">
              <a:lnSpc>
                <a:spcPct val="90000"/>
              </a:lnSpc>
              <a:spcBef>
                <a:spcPts val="0"/>
              </a:spcBef>
              <a:spcAft>
                <a:spcPts val="1200"/>
              </a:spcAft>
              <a:buClrTx/>
              <a:buSzTx/>
              <a:buFontTx/>
              <a:buNone/>
              <a:tabLst/>
              <a:defRPr/>
            </a:pPr>
            <a:r>
              <a:rPr lang="en-US" dirty="0"/>
              <a:t>&lt;Text&gt;</a:t>
            </a:r>
            <a:endParaRPr lang="en-GB" dirty="0"/>
          </a:p>
          <a:p>
            <a:pPr lvl="0"/>
            <a:endParaRPr lang="en-GB" dirty="0"/>
          </a:p>
        </p:txBody>
      </p:sp>
      <p:cxnSp>
        <p:nvCxnSpPr>
          <p:cNvPr id="30" name="Straight Connector 29">
            <a:extLst>
              <a:ext uri="{FF2B5EF4-FFF2-40B4-BE49-F238E27FC236}">
                <a16:creationId xmlns:a16="http://schemas.microsoft.com/office/drawing/2014/main" id="{ADFF37BD-33FD-4BD5-87D2-B690356B2E88}"/>
              </a:ext>
            </a:extLst>
          </p:cNvPr>
          <p:cNvCxnSpPr/>
          <p:nvPr userDrawn="1"/>
        </p:nvCxnSpPr>
        <p:spPr>
          <a:xfrm>
            <a:off x="250825" y="620713"/>
            <a:ext cx="8642350" cy="0"/>
          </a:xfrm>
          <a:prstGeom prst="line">
            <a:avLst/>
          </a:prstGeom>
          <a:ln w="190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31" name="ff_icon">
            <a:extLst>
              <a:ext uri="{FF2B5EF4-FFF2-40B4-BE49-F238E27FC236}">
                <a16:creationId xmlns:a16="http://schemas.microsoft.com/office/drawing/2014/main" id="{5E7E8004-47EE-4EE6-BD72-11F4EBFC50A4}"/>
              </a:ext>
            </a:extLst>
          </p:cNvPr>
          <p:cNvGrpSpPr>
            <a:grpSpLocks noChangeAspect="1"/>
          </p:cNvGrpSpPr>
          <p:nvPr userDrawn="1"/>
        </p:nvGrpSpPr>
        <p:grpSpPr bwMode="auto">
          <a:xfrm>
            <a:off x="8530507" y="188914"/>
            <a:ext cx="362668" cy="323850"/>
            <a:chOff x="7024" y="3734"/>
            <a:chExt cx="1308" cy="1168"/>
          </a:xfrm>
          <a:solidFill>
            <a:schemeClr val="bg1"/>
          </a:solidFill>
        </p:grpSpPr>
        <p:sp>
          <p:nvSpPr>
            <p:cNvPr id="32" name="Rectangle 5">
              <a:extLst>
                <a:ext uri="{FF2B5EF4-FFF2-40B4-BE49-F238E27FC236}">
                  <a16:creationId xmlns:a16="http://schemas.microsoft.com/office/drawing/2014/main" id="{FAD08D98-4CE5-4768-974D-47D32A8AC28C}"/>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3" name="Rectangle 6">
              <a:extLst>
                <a:ext uri="{FF2B5EF4-FFF2-40B4-BE49-F238E27FC236}">
                  <a16:creationId xmlns:a16="http://schemas.microsoft.com/office/drawing/2014/main" id="{6C024C0C-8E22-4150-ADFF-633F7A622E37}"/>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34" name="Rectangle 7">
              <a:extLst>
                <a:ext uri="{FF2B5EF4-FFF2-40B4-BE49-F238E27FC236}">
                  <a16:creationId xmlns:a16="http://schemas.microsoft.com/office/drawing/2014/main" id="{F806A5B4-7E90-497B-8F2A-E9728BDC61DB}"/>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
        <p:nvSpPr>
          <p:cNvPr id="11" name="Text Placeholder 10">
            <a:extLst>
              <a:ext uri="{FF2B5EF4-FFF2-40B4-BE49-F238E27FC236}">
                <a16:creationId xmlns:a16="http://schemas.microsoft.com/office/drawing/2014/main" id="{FB44A233-7070-430D-AC94-4BF3A8A33B67}"/>
              </a:ext>
            </a:extLst>
          </p:cNvPr>
          <p:cNvSpPr>
            <a:spLocks noGrp="1"/>
          </p:cNvSpPr>
          <p:nvPr>
            <p:ph type="body" sz="quarter" idx="20"/>
          </p:nvPr>
        </p:nvSpPr>
        <p:spPr>
          <a:xfrm>
            <a:off x="252000" y="151200"/>
            <a:ext cx="8136000" cy="184666"/>
          </a:xfrm>
          <a:prstGeom prst="rect">
            <a:avLst/>
          </a:prstGeom>
        </p:spPr>
        <p:txBody>
          <a:bodyPr lIns="0" tIns="0" rIns="0" bIns="0">
            <a:spAutoFit/>
          </a:bodyPr>
          <a:lstStyle>
            <a:lvl1pPr>
              <a:defRPr lang="en-US" sz="1200" b="1" kern="1200" dirty="0" smtClean="0">
                <a:solidFill>
                  <a:schemeClr val="bg1"/>
                </a:solidFill>
                <a:latin typeface="+mj-lt"/>
                <a:ea typeface="+mn-ea"/>
                <a:cs typeface="+mn-cs"/>
              </a:defRPr>
            </a:lvl1pPr>
            <a:lvl2pPr>
              <a:defRPr lang="en-US" sz="1200" b="1" kern="1200" dirty="0" smtClean="0">
                <a:solidFill>
                  <a:srgbClr val="29005A"/>
                </a:solidFill>
                <a:latin typeface="+mj-lt"/>
                <a:ea typeface="+mn-ea"/>
                <a:cs typeface="+mn-cs"/>
              </a:defRPr>
            </a:lvl2pPr>
            <a:lvl3pPr>
              <a:defRPr lang="en-US" sz="1200" b="1" kern="1200" dirty="0" smtClean="0">
                <a:solidFill>
                  <a:srgbClr val="29005A"/>
                </a:solidFill>
                <a:latin typeface="+mj-lt"/>
                <a:ea typeface="+mn-ea"/>
                <a:cs typeface="+mn-cs"/>
              </a:defRPr>
            </a:lvl3pPr>
            <a:lvl4pPr>
              <a:defRPr lang="en-US" sz="1200" b="1" kern="1200" dirty="0" smtClean="0">
                <a:solidFill>
                  <a:srgbClr val="29005A"/>
                </a:solidFill>
                <a:latin typeface="+mj-lt"/>
                <a:ea typeface="+mn-ea"/>
                <a:cs typeface="+mn-cs"/>
              </a:defRPr>
            </a:lvl4pPr>
            <a:lvl5pPr>
              <a:defRPr lang="en-GB" sz="1200" b="1" kern="1200" dirty="0" smtClean="0">
                <a:solidFill>
                  <a:srgbClr val="29005A"/>
                </a:solidFill>
                <a:latin typeface="+mj-lt"/>
                <a:ea typeface="+mn-ea"/>
                <a:cs typeface="+mn-cs"/>
              </a:defRPr>
            </a:lvl5pPr>
          </a:lstStyle>
          <a:p>
            <a:pPr marL="0" lvl="0" indent="0" algn="l" defTabSz="457200" rtl="0" eaLnBrk="1" latinLnBrk="0" hangingPunct="1">
              <a:spcBef>
                <a:spcPts val="0"/>
              </a:spcBef>
              <a:buFontTx/>
              <a:buNone/>
            </a:pPr>
            <a:r>
              <a:rPr lang="en-US" dirty="0"/>
              <a:t>Click to edit Master text styles</a:t>
            </a:r>
          </a:p>
        </p:txBody>
      </p:sp>
      <p:sp>
        <p:nvSpPr>
          <p:cNvPr id="14" name="Text Placeholder 13">
            <a:extLst>
              <a:ext uri="{FF2B5EF4-FFF2-40B4-BE49-F238E27FC236}">
                <a16:creationId xmlns:a16="http://schemas.microsoft.com/office/drawing/2014/main" id="{3A719C8A-9DAB-4107-B9A7-59583F3BF9DC}"/>
              </a:ext>
            </a:extLst>
          </p:cNvPr>
          <p:cNvSpPr>
            <a:spLocks noGrp="1"/>
          </p:cNvSpPr>
          <p:nvPr>
            <p:ph type="body" sz="quarter" idx="21"/>
          </p:nvPr>
        </p:nvSpPr>
        <p:spPr>
          <a:xfrm>
            <a:off x="252000" y="331200"/>
            <a:ext cx="8136000" cy="184666"/>
          </a:xfrm>
          <a:prstGeom prst="rect">
            <a:avLst/>
          </a:prstGeom>
        </p:spPr>
        <p:txBody>
          <a:bodyPr lIns="0" tIns="0" rIns="0" bIns="0">
            <a:spAutoFit/>
          </a:bodyPr>
          <a:lstStyle>
            <a:lvl1pPr>
              <a:defRPr lang="en-US" sz="1200" b="0" kern="1200" dirty="0" smtClean="0">
                <a:solidFill>
                  <a:schemeClr val="bg1"/>
                </a:solidFill>
                <a:latin typeface="+mn-lt"/>
                <a:ea typeface="+mn-ea"/>
                <a:cs typeface="+mn-cs"/>
              </a:defRPr>
            </a:lvl1pPr>
            <a:lvl2pPr>
              <a:defRPr lang="en-US" sz="1200" b="0" kern="1200" dirty="0" smtClean="0">
                <a:solidFill>
                  <a:srgbClr val="29005A"/>
                </a:solidFill>
                <a:latin typeface="+mn-lt"/>
                <a:ea typeface="+mn-ea"/>
                <a:cs typeface="+mn-cs"/>
              </a:defRPr>
            </a:lvl2pPr>
            <a:lvl3pPr>
              <a:defRPr lang="en-US" sz="1200" b="0" kern="1200" dirty="0" smtClean="0">
                <a:solidFill>
                  <a:srgbClr val="29005A"/>
                </a:solidFill>
                <a:latin typeface="+mn-lt"/>
                <a:ea typeface="+mn-ea"/>
                <a:cs typeface="+mn-cs"/>
              </a:defRPr>
            </a:lvl3pPr>
            <a:lvl4pPr>
              <a:defRPr lang="en-US" sz="1200" b="0" kern="1200" dirty="0" smtClean="0">
                <a:solidFill>
                  <a:srgbClr val="29005A"/>
                </a:solidFill>
                <a:latin typeface="+mn-lt"/>
                <a:ea typeface="+mn-ea"/>
                <a:cs typeface="+mn-cs"/>
              </a:defRPr>
            </a:lvl4pPr>
            <a:lvl5pPr>
              <a:defRPr lang="en-GB" sz="1200" b="0" kern="1200" dirty="0" smtClean="0">
                <a:solidFill>
                  <a:srgbClr val="29005A"/>
                </a:solidFill>
                <a:latin typeface="+mn-lt"/>
                <a:ea typeface="+mn-ea"/>
                <a:cs typeface="+mn-cs"/>
              </a:defRPr>
            </a:lvl5pPr>
          </a:lstStyle>
          <a:p>
            <a:pPr marL="0" lvl="0" indent="0" algn="l" defTabSz="457189" rtl="0" eaLnBrk="1" latinLnBrk="0" hangingPunct="1">
              <a:spcBef>
                <a:spcPts val="0"/>
              </a:spcBef>
              <a:buFontTx/>
              <a:buNone/>
            </a:pPr>
            <a:r>
              <a:rPr lang="en-US" dirty="0"/>
              <a:t>Click to edit Master text styles</a:t>
            </a:r>
          </a:p>
        </p:txBody>
      </p:sp>
    </p:spTree>
    <p:extLst>
      <p:ext uri="{BB962C8B-B14F-4D97-AF65-F5344CB8AC3E}">
        <p14:creationId xmlns:p14="http://schemas.microsoft.com/office/powerpoint/2010/main" val="2675684438"/>
      </p:ext>
    </p:extLst>
  </p:cSld>
  <p:clrMapOvr>
    <a:masterClrMapping/>
  </p:clrMapOvr>
  <p:extLst>
    <p:ext uri="{DCECCB84-F9BA-43D5-87BE-67443E8EF086}">
      <p15:sldGuideLst xmlns:p15="http://schemas.microsoft.com/office/powerpoint/2012/main">
        <p15:guide id="2" orient="horz" pos="323">
          <p15:clr>
            <a:srgbClr val="FBAE40"/>
          </p15:clr>
        </p15:guide>
        <p15:guide id="3" orient="horz" pos="1933">
          <p15:clr>
            <a:srgbClr val="FBAE40"/>
          </p15:clr>
        </p15:guide>
        <p15:guide id="4" orient="horz" pos="3022">
          <p15:clr>
            <a:srgbClr val="FBAE40"/>
          </p15:clr>
        </p15:guide>
        <p15:guide id="5" orient="horz" pos="8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nal slide">
    <p:bg>
      <p:bgPr>
        <a:solidFill>
          <a:schemeClr val="tx1"/>
        </a:solidFill>
        <a:effectLst/>
      </p:bgPr>
    </p:bg>
    <p:spTree>
      <p:nvGrpSpPr>
        <p:cNvPr id="1" name=""/>
        <p:cNvGrpSpPr/>
        <p:nvPr/>
      </p:nvGrpSpPr>
      <p:grpSpPr>
        <a:xfrm>
          <a:off x="0" y="0"/>
          <a:ext cx="0" cy="0"/>
          <a:chOff x="0" y="0"/>
          <a:chExt cx="0" cy="0"/>
        </a:xfrm>
      </p:grpSpPr>
      <p:sp>
        <p:nvSpPr>
          <p:cNvPr id="17" name="Text Placeholder 16"/>
          <p:cNvSpPr>
            <a:spLocks noGrp="1"/>
          </p:cNvSpPr>
          <p:nvPr>
            <p:ph type="body" sz="quarter" idx="10" hasCustomPrompt="1"/>
          </p:nvPr>
        </p:nvSpPr>
        <p:spPr>
          <a:xfrm>
            <a:off x="250825" y="5270691"/>
            <a:ext cx="8642350" cy="276999"/>
          </a:xfrm>
          <a:prstGeom prst="rect">
            <a:avLst/>
          </a:prstGeom>
        </p:spPr>
        <p:txBody>
          <a:bodyPr lIns="0" tIns="0" rIns="0" bIns="0">
            <a:spAutoFit/>
          </a:bodyPr>
          <a:lstStyle>
            <a:lvl1pPr algn="ctr">
              <a:buNone/>
              <a:defRPr sz="1800" baseline="0">
                <a:solidFill>
                  <a:schemeClr val="bg1"/>
                </a:solidFill>
                <a:latin typeface="Arial" panose="020B0604020202020204" pitchFamily="34" charset="0"/>
                <a:cs typeface="Arial" panose="020B0604020202020204" pitchFamily="34" charset="0"/>
              </a:defRPr>
            </a:lvl1pPr>
          </a:lstStyle>
          <a:p>
            <a:pPr lvl="0"/>
            <a:r>
              <a:rPr lang="en-GB" dirty="0"/>
              <a:t>collision-help@foresightfactory.co</a:t>
            </a:r>
          </a:p>
        </p:txBody>
      </p:sp>
      <p:grpSp>
        <p:nvGrpSpPr>
          <p:cNvPr id="10" name="Group 4">
            <a:extLst>
              <a:ext uri="{FF2B5EF4-FFF2-40B4-BE49-F238E27FC236}">
                <a16:creationId xmlns:a16="http://schemas.microsoft.com/office/drawing/2014/main" id="{AC1372E1-9D96-4AA7-9A8B-2D5AD7EA114C}"/>
              </a:ext>
            </a:extLst>
          </p:cNvPr>
          <p:cNvGrpSpPr>
            <a:grpSpLocks noChangeAspect="1"/>
          </p:cNvGrpSpPr>
          <p:nvPr userDrawn="1"/>
        </p:nvGrpSpPr>
        <p:grpSpPr bwMode="auto">
          <a:xfrm>
            <a:off x="257721" y="276637"/>
            <a:ext cx="2003526" cy="596488"/>
            <a:chOff x="232" y="888"/>
            <a:chExt cx="4736" cy="1410"/>
          </a:xfrm>
          <a:solidFill>
            <a:schemeClr val="bg1"/>
          </a:solidFill>
        </p:grpSpPr>
        <p:sp>
          <p:nvSpPr>
            <p:cNvPr id="11" name="Freeform 5">
              <a:extLst>
                <a:ext uri="{FF2B5EF4-FFF2-40B4-BE49-F238E27FC236}">
                  <a16:creationId xmlns:a16="http://schemas.microsoft.com/office/drawing/2014/main" id="{D587E674-BF31-4192-B4FC-78511E7168CA}"/>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461C5091-AA18-4629-924C-002D5904E357}"/>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34952694-566C-486B-AD68-B779153EF603}"/>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2974AC14-644A-440E-8DE8-FEC980453FCA}"/>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E4628E05-BF0D-4B94-8871-F81474BF86CE}"/>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E4932972-1DB1-4978-93BC-E29D7995B075}"/>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1">
              <a:extLst>
                <a:ext uri="{FF2B5EF4-FFF2-40B4-BE49-F238E27FC236}">
                  <a16:creationId xmlns:a16="http://schemas.microsoft.com/office/drawing/2014/main" id="{9D451020-4887-46C0-85DE-E5322BFE7AB0}"/>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2">
              <a:extLst>
                <a:ext uri="{FF2B5EF4-FFF2-40B4-BE49-F238E27FC236}">
                  <a16:creationId xmlns:a16="http://schemas.microsoft.com/office/drawing/2014/main" id="{C04D721F-ED6C-481E-BE52-70AC25B4A830}"/>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3">
              <a:extLst>
                <a:ext uri="{FF2B5EF4-FFF2-40B4-BE49-F238E27FC236}">
                  <a16:creationId xmlns:a16="http://schemas.microsoft.com/office/drawing/2014/main" id="{EB89873B-A708-4AC9-AECB-76665CAE10F4}"/>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14">
              <a:extLst>
                <a:ext uri="{FF2B5EF4-FFF2-40B4-BE49-F238E27FC236}">
                  <a16:creationId xmlns:a16="http://schemas.microsoft.com/office/drawing/2014/main" id="{562D4BD0-57CE-4EE5-82AE-0175A662AD59}"/>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15">
              <a:extLst>
                <a:ext uri="{FF2B5EF4-FFF2-40B4-BE49-F238E27FC236}">
                  <a16:creationId xmlns:a16="http://schemas.microsoft.com/office/drawing/2014/main" id="{3C4AA353-4D25-4D02-9BEA-84CB628F11D8}"/>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16">
              <a:extLst>
                <a:ext uri="{FF2B5EF4-FFF2-40B4-BE49-F238E27FC236}">
                  <a16:creationId xmlns:a16="http://schemas.microsoft.com/office/drawing/2014/main" id="{C4BCA016-0641-47C6-8F26-0A3BDC5D4007}"/>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7">
              <a:extLst>
                <a:ext uri="{FF2B5EF4-FFF2-40B4-BE49-F238E27FC236}">
                  <a16:creationId xmlns:a16="http://schemas.microsoft.com/office/drawing/2014/main" id="{793192D1-308E-42E5-95B3-27E2F6F09D9D}"/>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8">
              <a:extLst>
                <a:ext uri="{FF2B5EF4-FFF2-40B4-BE49-F238E27FC236}">
                  <a16:creationId xmlns:a16="http://schemas.microsoft.com/office/drawing/2014/main" id="{DCFB4E9C-46DC-460A-A35A-541D2BBAED94}"/>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9">
              <a:extLst>
                <a:ext uri="{FF2B5EF4-FFF2-40B4-BE49-F238E27FC236}">
                  <a16:creationId xmlns:a16="http://schemas.microsoft.com/office/drawing/2014/main" id="{BE9191B0-26CE-4079-A4D2-852B05C7B3C8}"/>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0">
              <a:extLst>
                <a:ext uri="{FF2B5EF4-FFF2-40B4-BE49-F238E27FC236}">
                  <a16:creationId xmlns:a16="http://schemas.microsoft.com/office/drawing/2014/main" id="{73BFC720-6064-4CB2-8501-DFD4A7270448}"/>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Rectangle 21">
              <a:extLst>
                <a:ext uri="{FF2B5EF4-FFF2-40B4-BE49-F238E27FC236}">
                  <a16:creationId xmlns:a16="http://schemas.microsoft.com/office/drawing/2014/main" id="{75618806-9001-4D00-8C3B-8C880302F27B}"/>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Rectangle 22">
              <a:extLst>
                <a:ext uri="{FF2B5EF4-FFF2-40B4-BE49-F238E27FC236}">
                  <a16:creationId xmlns:a16="http://schemas.microsoft.com/office/drawing/2014/main" id="{F1F3352C-9EE3-4827-8B4A-C11EDC91078C}"/>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Rectangle 23">
              <a:extLst>
                <a:ext uri="{FF2B5EF4-FFF2-40B4-BE49-F238E27FC236}">
                  <a16:creationId xmlns:a16="http://schemas.microsoft.com/office/drawing/2014/main" id="{B91BF45F-ED03-4B0B-8EC2-EF1306479D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24">
              <a:extLst>
                <a:ext uri="{FF2B5EF4-FFF2-40B4-BE49-F238E27FC236}">
                  <a16:creationId xmlns:a16="http://schemas.microsoft.com/office/drawing/2014/main" id="{5E1FC822-5896-4C8F-8FF3-F05992C3B3E6}"/>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25">
              <a:extLst>
                <a:ext uri="{FF2B5EF4-FFF2-40B4-BE49-F238E27FC236}">
                  <a16:creationId xmlns:a16="http://schemas.microsoft.com/office/drawing/2014/main" id="{B38DF2F6-70B3-449F-B8D8-D4784413199E}"/>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26">
              <a:extLst>
                <a:ext uri="{FF2B5EF4-FFF2-40B4-BE49-F238E27FC236}">
                  <a16:creationId xmlns:a16="http://schemas.microsoft.com/office/drawing/2014/main" id="{4F8AD4E9-BBE9-43E5-8AD2-6DEBE4BA5F36}"/>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27">
              <a:extLst>
                <a:ext uri="{FF2B5EF4-FFF2-40B4-BE49-F238E27FC236}">
                  <a16:creationId xmlns:a16="http://schemas.microsoft.com/office/drawing/2014/main" id="{2A80F1CD-FDD3-498B-982E-E2336B93125A}"/>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28">
              <a:extLst>
                <a:ext uri="{FF2B5EF4-FFF2-40B4-BE49-F238E27FC236}">
                  <a16:creationId xmlns:a16="http://schemas.microsoft.com/office/drawing/2014/main" id="{20E9AB1A-64CA-40AA-BFFA-0EE0197B9007}"/>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29">
              <a:extLst>
                <a:ext uri="{FF2B5EF4-FFF2-40B4-BE49-F238E27FC236}">
                  <a16:creationId xmlns:a16="http://schemas.microsoft.com/office/drawing/2014/main" id="{80829A9E-FE00-4247-A7E7-3076BCB331F5}"/>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30">
              <a:extLst>
                <a:ext uri="{FF2B5EF4-FFF2-40B4-BE49-F238E27FC236}">
                  <a16:creationId xmlns:a16="http://schemas.microsoft.com/office/drawing/2014/main" id="{E0EACCAF-D1E7-467A-9E72-9B1A53315338}"/>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1">
              <a:extLst>
                <a:ext uri="{FF2B5EF4-FFF2-40B4-BE49-F238E27FC236}">
                  <a16:creationId xmlns:a16="http://schemas.microsoft.com/office/drawing/2014/main" id="{53D25CB7-9CB2-4CC3-AAC5-561797800833}"/>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2">
              <a:extLst>
                <a:ext uri="{FF2B5EF4-FFF2-40B4-BE49-F238E27FC236}">
                  <a16:creationId xmlns:a16="http://schemas.microsoft.com/office/drawing/2014/main" id="{A754F877-121F-4829-A783-3A5E4A8E20FB}"/>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33">
              <a:extLst>
                <a:ext uri="{FF2B5EF4-FFF2-40B4-BE49-F238E27FC236}">
                  <a16:creationId xmlns:a16="http://schemas.microsoft.com/office/drawing/2014/main" id="{0F324D91-198E-4C0E-A644-10CBFC345BF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34">
              <a:extLst>
                <a:ext uri="{FF2B5EF4-FFF2-40B4-BE49-F238E27FC236}">
                  <a16:creationId xmlns:a16="http://schemas.microsoft.com/office/drawing/2014/main" id="{15271528-9DFF-44DC-94E1-D886A8E4CD8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35">
              <a:extLst>
                <a:ext uri="{FF2B5EF4-FFF2-40B4-BE49-F238E27FC236}">
                  <a16:creationId xmlns:a16="http://schemas.microsoft.com/office/drawing/2014/main" id="{2E626BA1-FAF1-4C2C-92AF-E417A2303B5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8" name="Line">
            <a:extLst>
              <a:ext uri="{FF2B5EF4-FFF2-40B4-BE49-F238E27FC236}">
                <a16:creationId xmlns:a16="http://schemas.microsoft.com/office/drawing/2014/main" id="{6912D760-4B0E-4AB8-BB00-0E04D8FE1CBF}"/>
              </a:ext>
            </a:extLst>
          </p:cNvPr>
          <p:cNvSpPr/>
          <p:nvPr userDrawn="1"/>
        </p:nvSpPr>
        <p:spPr>
          <a:xfrm>
            <a:off x="250825" y="1052513"/>
            <a:ext cx="8642350" cy="0"/>
          </a:xfrm>
          <a:prstGeom prst="line">
            <a:avLst/>
          </a:prstGeom>
          <a:ln w="19050">
            <a:solidFill>
              <a:srgbClr val="FFFFFF"/>
            </a:solidFill>
          </a:ln>
        </p:spPr>
        <p:txBody>
          <a:bodyPr lIns="22859" tIns="22859" rIns="22859" bIns="22859"/>
          <a:lstStyle/>
          <a:p>
            <a:endParaRPr sz="800"/>
          </a:p>
        </p:txBody>
      </p:sp>
      <p:sp>
        <p:nvSpPr>
          <p:cNvPr id="49" name="TextBox 48">
            <a:extLst>
              <a:ext uri="{FF2B5EF4-FFF2-40B4-BE49-F238E27FC236}">
                <a16:creationId xmlns:a16="http://schemas.microsoft.com/office/drawing/2014/main" id="{5DBE941D-013F-44E8-8E56-52D14C740807}"/>
              </a:ext>
            </a:extLst>
          </p:cNvPr>
          <p:cNvSpPr txBox="1"/>
          <p:nvPr userDrawn="1"/>
        </p:nvSpPr>
        <p:spPr>
          <a:xfrm>
            <a:off x="250825" y="4988739"/>
            <a:ext cx="8642350" cy="276999"/>
          </a:xfrm>
          <a:prstGeom prst="rect">
            <a:avLst/>
          </a:prstGeom>
          <a:noFill/>
        </p:spPr>
        <p:txBody>
          <a:bodyPr wrap="square" lIns="0" tIns="0" rIns="0" bIns="0">
            <a:spAutoFit/>
          </a:bodyPr>
          <a:lstStyle/>
          <a:p>
            <a:pPr algn="ctr"/>
            <a:r>
              <a:rPr lang="en-GB" b="1" dirty="0">
                <a:solidFill>
                  <a:schemeClr val="bg1"/>
                </a:solidFill>
                <a:latin typeface="+mj-lt"/>
              </a:rPr>
              <a:t>For more information please contact</a:t>
            </a:r>
          </a:p>
        </p:txBody>
      </p:sp>
      <p:sp>
        <p:nvSpPr>
          <p:cNvPr id="50" name="TextBox 49">
            <a:extLst>
              <a:ext uri="{FF2B5EF4-FFF2-40B4-BE49-F238E27FC236}">
                <a16:creationId xmlns:a16="http://schemas.microsoft.com/office/drawing/2014/main" id="{360E9D31-5C4D-4907-999A-53D56626EA58}"/>
              </a:ext>
            </a:extLst>
          </p:cNvPr>
          <p:cNvSpPr txBox="1"/>
          <p:nvPr userDrawn="1"/>
        </p:nvSpPr>
        <p:spPr>
          <a:xfrm>
            <a:off x="250825" y="6274323"/>
            <a:ext cx="8642350" cy="246221"/>
          </a:xfrm>
          <a:prstGeom prst="rect">
            <a:avLst/>
          </a:prstGeom>
          <a:noFill/>
        </p:spPr>
        <p:txBody>
          <a:bodyPr wrap="square" lIns="0" tIns="0" rIns="0" bIns="0">
            <a:spAutoFit/>
          </a:bodyPr>
          <a:lstStyle/>
          <a:p>
            <a:pPr marL="0" marR="0" lvl="0" indent="0" algn="l" defTabSz="457189" rtl="0" eaLnBrk="1" fontAlgn="auto" latinLnBrk="0" hangingPunct="1">
              <a:lnSpc>
                <a:spcPct val="100000"/>
              </a:lnSpc>
              <a:spcBef>
                <a:spcPts val="0"/>
              </a:spcBef>
              <a:spcAft>
                <a:spcPts val="0"/>
              </a:spcAft>
              <a:buClr>
                <a:srgbClr val="009D8E"/>
              </a:buClr>
              <a:buSzPct val="100000"/>
              <a:buFontTx/>
              <a:buNone/>
              <a:tabLst/>
              <a:defRPr/>
            </a:pPr>
            <a: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t>This content is copyright of Foresight Factory International</a:t>
            </a:r>
            <a:b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br>
            <a:r>
              <a:rPr kumimoji="0" lang="en-GB" sz="800" b="0" i="0" u="none" strike="noStrike" kern="1200" cap="none" spc="0" normalizeH="0" baseline="0" noProof="0" dirty="0">
                <a:ln>
                  <a:noFill/>
                </a:ln>
                <a:solidFill>
                  <a:schemeClr val="bg1"/>
                </a:solidFill>
                <a:effectLst/>
                <a:uLnTx/>
                <a:uFillTx/>
                <a:latin typeface="+mn-lt"/>
                <a:ea typeface="+mn-ea"/>
                <a:cs typeface="Arial" pitchFamily="34" charset="0"/>
              </a:rPr>
              <a:t>© Foresight Factory 2020. All rights reserved.</a:t>
            </a:r>
          </a:p>
        </p:txBody>
      </p:sp>
    </p:spTree>
    <p:extLst>
      <p:ext uri="{BB962C8B-B14F-4D97-AF65-F5344CB8AC3E}">
        <p14:creationId xmlns:p14="http://schemas.microsoft.com/office/powerpoint/2010/main" val="643790385"/>
      </p:ext>
    </p:extLst>
  </p:cSld>
  <p:clrMapOvr>
    <a:masterClrMapping/>
  </p:clrMapOvr>
  <p:extLst>
    <p:ext uri="{DCECCB84-F9BA-43D5-87BE-67443E8EF086}">
      <p15:sldGuideLst xmlns:p15="http://schemas.microsoft.com/office/powerpoint/2012/main">
        <p15:guide id="1" orient="horz" pos="331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catterlist">
    <p:spTree>
      <p:nvGrpSpPr>
        <p:cNvPr id="1" name=""/>
        <p:cNvGrpSpPr/>
        <p:nvPr/>
      </p:nvGrpSpPr>
      <p:grpSpPr>
        <a:xfrm>
          <a:off x="0" y="0"/>
          <a:ext cx="0" cy="0"/>
          <a:chOff x="0" y="0"/>
          <a:chExt cx="0" cy="0"/>
        </a:xfrm>
      </p:grpSpPr>
      <p:sp>
        <p:nvSpPr>
          <p:cNvPr id="8" name="TextBox 7"/>
          <p:cNvSpPr txBox="1"/>
          <p:nvPr/>
        </p:nvSpPr>
        <p:spPr>
          <a:xfrm>
            <a:off x="8662881" y="6524625"/>
            <a:ext cx="309700" cy="194925"/>
          </a:xfrm>
          <a:prstGeom prst="rect">
            <a:avLst/>
          </a:prstGeom>
          <a:noFill/>
        </p:spPr>
        <p:txBody>
          <a:bodyPr wrap="none" rtlCol="0" anchor="ctr">
            <a:spAutoFit/>
          </a:bodyPr>
          <a:lstStyle/>
          <a:p>
            <a:pPr algn="r">
              <a:lnSpc>
                <a:spcPts val="800"/>
              </a:lnSpc>
            </a:pPr>
            <a:fld id="{0E0A9B4E-19F2-4E81-81C4-98D63547DE75}" type="slidenum">
              <a:rPr lang="en-GB" sz="800" smtClean="0">
                <a:solidFill>
                  <a:schemeClr val="bg1">
                    <a:lumMod val="65000"/>
                  </a:schemeClr>
                </a:solidFill>
                <a:latin typeface="+mj-lt"/>
                <a:cs typeface="Arial" pitchFamily="34" charset="0"/>
              </a:rPr>
              <a:pPr algn="r">
                <a:lnSpc>
                  <a:spcPts val="800"/>
                </a:lnSpc>
              </a:pPr>
              <a:t>‹#›</a:t>
            </a:fld>
            <a:endParaRPr lang="en-GB" sz="800" dirty="0">
              <a:solidFill>
                <a:schemeClr val="bg1">
                  <a:lumMod val="65000"/>
                </a:schemeClr>
              </a:solidFill>
              <a:latin typeface="+mj-lt"/>
              <a:cs typeface="Arial" pitchFamily="34" charset="0"/>
            </a:endParaRPr>
          </a:p>
        </p:txBody>
      </p:sp>
      <p:sp>
        <p:nvSpPr>
          <p:cNvPr id="15" name="Text Placeholder 14"/>
          <p:cNvSpPr>
            <a:spLocks noGrp="1"/>
          </p:cNvSpPr>
          <p:nvPr>
            <p:ph type="body" sz="quarter" idx="10" hasCustomPrompt="1"/>
          </p:nvPr>
        </p:nvSpPr>
        <p:spPr>
          <a:xfrm>
            <a:off x="250825" y="6524625"/>
            <a:ext cx="8363222" cy="194925"/>
          </a:xfrm>
          <a:prstGeom prst="rect">
            <a:avLst/>
          </a:prstGeom>
        </p:spPr>
        <p:txBody>
          <a:bodyPr lIns="0" rIns="0" anchor="ctr">
            <a:noAutofit/>
          </a:bodyPr>
          <a:lstStyle>
            <a:lvl1pPr marL="0" marR="0" indent="0" algn="l" defTabSz="457200" rtl="0" eaLnBrk="1" fontAlgn="auto" latinLnBrk="0" hangingPunct="1">
              <a:lnSpc>
                <a:spcPts val="800"/>
              </a:lnSpc>
              <a:spcBef>
                <a:spcPts val="0"/>
              </a:spcBef>
              <a:spcAft>
                <a:spcPts val="0"/>
              </a:spcAft>
              <a:buClrTx/>
              <a:buSzTx/>
              <a:buFont typeface="Arial"/>
              <a:buNone/>
              <a:tabLst/>
              <a:defRPr sz="800" baseline="0">
                <a:solidFill>
                  <a:schemeClr val="bg1">
                    <a:lumMod val="65000"/>
                  </a:schemeClr>
                </a:solidFill>
              </a:defRPr>
            </a:lvl1pPr>
          </a:lstStyle>
          <a:p>
            <a:pPr lvl="0"/>
            <a:r>
              <a:rPr lang="en-GB" dirty="0"/>
              <a:t>Insert source/photo credit here</a:t>
            </a:r>
          </a:p>
        </p:txBody>
      </p:sp>
      <p:cxnSp>
        <p:nvCxnSpPr>
          <p:cNvPr id="12" name="Straight Connector 11">
            <a:extLst>
              <a:ext uri="{FF2B5EF4-FFF2-40B4-BE49-F238E27FC236}">
                <a16:creationId xmlns:a16="http://schemas.microsoft.com/office/drawing/2014/main" id="{A12E8C8F-1CF5-4C3D-9970-2DE6847A2B83}"/>
              </a:ext>
            </a:extLst>
          </p:cNvPr>
          <p:cNvCxnSpPr/>
          <p:nvPr userDrawn="1"/>
        </p:nvCxnSpPr>
        <p:spPr>
          <a:xfrm>
            <a:off x="250825" y="620713"/>
            <a:ext cx="8642350" cy="0"/>
          </a:xfrm>
          <a:prstGeom prst="line">
            <a:avLst/>
          </a:prstGeom>
          <a:ln w="19050">
            <a:solidFill>
              <a:srgbClr val="29005A"/>
            </a:solidFill>
          </a:ln>
          <a:effectLst/>
        </p:spPr>
        <p:style>
          <a:lnRef idx="2">
            <a:schemeClr val="accent1"/>
          </a:lnRef>
          <a:fillRef idx="0">
            <a:schemeClr val="accent1"/>
          </a:fillRef>
          <a:effectRef idx="1">
            <a:schemeClr val="accent1"/>
          </a:effectRef>
          <a:fontRef idx="minor">
            <a:schemeClr val="tx1"/>
          </a:fontRef>
        </p:style>
      </p:cxnSp>
      <p:grpSp>
        <p:nvGrpSpPr>
          <p:cNvPr id="18" name="Group 4">
            <a:extLst>
              <a:ext uri="{FF2B5EF4-FFF2-40B4-BE49-F238E27FC236}">
                <a16:creationId xmlns:a16="http://schemas.microsoft.com/office/drawing/2014/main" id="{984BF7BF-42D1-4505-BF3D-39C636A75D5F}"/>
              </a:ext>
            </a:extLst>
          </p:cNvPr>
          <p:cNvGrpSpPr>
            <a:grpSpLocks noChangeAspect="1"/>
          </p:cNvGrpSpPr>
          <p:nvPr userDrawn="1"/>
        </p:nvGrpSpPr>
        <p:grpSpPr bwMode="auto">
          <a:xfrm>
            <a:off x="8530507" y="188914"/>
            <a:ext cx="362668" cy="323850"/>
            <a:chOff x="7024" y="3734"/>
            <a:chExt cx="1308" cy="1168"/>
          </a:xfrm>
          <a:solidFill>
            <a:schemeClr val="tx1"/>
          </a:solidFill>
        </p:grpSpPr>
        <p:sp>
          <p:nvSpPr>
            <p:cNvPr id="19" name="Rectangle 5">
              <a:extLst>
                <a:ext uri="{FF2B5EF4-FFF2-40B4-BE49-F238E27FC236}">
                  <a16:creationId xmlns:a16="http://schemas.microsoft.com/office/drawing/2014/main" id="{63D129A0-7861-48E3-82CE-4B31A9DE2AB7}"/>
                </a:ext>
              </a:extLst>
            </p:cNvPr>
            <p:cNvSpPr>
              <a:spLocks noChangeArrowheads="1"/>
            </p:cNvSpPr>
            <p:nvPr/>
          </p:nvSpPr>
          <p:spPr bwMode="auto">
            <a:xfrm>
              <a:off x="7272" y="3734"/>
              <a:ext cx="1060" cy="3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0" name="Rectangle 6">
              <a:extLst>
                <a:ext uri="{FF2B5EF4-FFF2-40B4-BE49-F238E27FC236}">
                  <a16:creationId xmlns:a16="http://schemas.microsoft.com/office/drawing/2014/main" id="{95D98D7A-84A0-4408-B602-AA58D15FBF00}"/>
                </a:ext>
              </a:extLst>
            </p:cNvPr>
            <p:cNvSpPr>
              <a:spLocks noChangeArrowheads="1"/>
            </p:cNvSpPr>
            <p:nvPr/>
          </p:nvSpPr>
          <p:spPr bwMode="auto">
            <a:xfrm>
              <a:off x="7272" y="4581"/>
              <a:ext cx="417" cy="3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sp>
          <p:nvSpPr>
            <p:cNvPr id="22" name="Rectangle 7">
              <a:extLst>
                <a:ext uri="{FF2B5EF4-FFF2-40B4-BE49-F238E27FC236}">
                  <a16:creationId xmlns:a16="http://schemas.microsoft.com/office/drawing/2014/main" id="{2DAA5E84-01FA-42ED-A2EB-29D93423F95A}"/>
                </a:ext>
              </a:extLst>
            </p:cNvPr>
            <p:cNvSpPr>
              <a:spLocks noChangeArrowheads="1"/>
            </p:cNvSpPr>
            <p:nvPr/>
          </p:nvSpPr>
          <p:spPr bwMode="auto">
            <a:xfrm>
              <a:off x="7024" y="4159"/>
              <a:ext cx="989" cy="32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800"/>
            </a:p>
          </p:txBody>
        </p:sp>
      </p:grpSp>
      <p:sp>
        <p:nvSpPr>
          <p:cNvPr id="6" name="Text Placeholder 5">
            <a:extLst>
              <a:ext uri="{FF2B5EF4-FFF2-40B4-BE49-F238E27FC236}">
                <a16:creationId xmlns:a16="http://schemas.microsoft.com/office/drawing/2014/main" id="{F20DF6FC-68A1-4848-B68D-9C85C3B0BEE8}"/>
              </a:ext>
            </a:extLst>
          </p:cNvPr>
          <p:cNvSpPr>
            <a:spLocks noGrp="1"/>
          </p:cNvSpPr>
          <p:nvPr>
            <p:ph type="body" sz="quarter" idx="12"/>
          </p:nvPr>
        </p:nvSpPr>
        <p:spPr>
          <a:xfrm>
            <a:off x="250825" y="331200"/>
            <a:ext cx="8137525" cy="184666"/>
          </a:xfrm>
          <a:prstGeom prst="rect">
            <a:avLst/>
          </a:prstGeom>
        </p:spPr>
        <p:txBody>
          <a:bodyPr wrap="square" lIns="0" tIns="0" rIns="0" bIns="0">
            <a:spAutoFit/>
          </a:bodyPr>
          <a:lstStyle>
            <a:lvl1pPr marL="0" indent="0">
              <a:spcBef>
                <a:spcPts val="0"/>
              </a:spcBef>
              <a:defRPr lang="en-US" sz="1200" b="0" kern="1200" smtClean="0">
                <a:solidFill>
                  <a:srgbClr val="29005A"/>
                </a:solidFill>
                <a:latin typeface="+mn-lt"/>
                <a:ea typeface="+mn-ea"/>
                <a:cs typeface="+mn-cs"/>
              </a:defRPr>
            </a:lvl1pPr>
            <a:lvl2pPr>
              <a:defRPr lang="en-US" sz="1200" b="1" kern="1200" dirty="0" smtClean="0">
                <a:solidFill>
                  <a:srgbClr val="29005A"/>
                </a:solidFill>
                <a:latin typeface="+mj-lt"/>
                <a:ea typeface="+mn-ea"/>
                <a:cs typeface="+mn-cs"/>
              </a:defRPr>
            </a:lvl2pPr>
            <a:lvl3pPr>
              <a:defRPr lang="en-US" sz="1200" b="1" kern="1200" dirty="0" smtClean="0">
                <a:solidFill>
                  <a:srgbClr val="29005A"/>
                </a:solidFill>
                <a:latin typeface="+mj-lt"/>
                <a:ea typeface="+mn-ea"/>
                <a:cs typeface="+mn-cs"/>
              </a:defRPr>
            </a:lvl3pPr>
            <a:lvl4pPr>
              <a:defRPr lang="en-US" sz="1200" b="1" kern="1200" dirty="0" smtClean="0">
                <a:solidFill>
                  <a:srgbClr val="29005A"/>
                </a:solidFill>
                <a:latin typeface="+mj-lt"/>
                <a:ea typeface="+mn-ea"/>
                <a:cs typeface="+mn-cs"/>
              </a:defRPr>
            </a:lvl4pPr>
            <a:lvl5pPr>
              <a:defRPr lang="en-GB" sz="1200" b="1" kern="1200" dirty="0">
                <a:solidFill>
                  <a:srgbClr val="29005A"/>
                </a:solidFill>
                <a:latin typeface="+mj-lt"/>
                <a:ea typeface="+mn-ea"/>
                <a:cs typeface="+mn-cs"/>
              </a:defRPr>
            </a:lvl5pPr>
          </a:lstStyle>
          <a:p>
            <a:pPr lvl="0"/>
            <a:r>
              <a:rPr lang="en-US" dirty="0"/>
              <a:t>Click to edit Master text styles</a:t>
            </a:r>
            <a:endParaRPr lang="en-GB" dirty="0"/>
          </a:p>
        </p:txBody>
      </p:sp>
      <p:sp>
        <p:nvSpPr>
          <p:cNvPr id="5" name="Text Placeholder 4">
            <a:extLst>
              <a:ext uri="{FF2B5EF4-FFF2-40B4-BE49-F238E27FC236}">
                <a16:creationId xmlns:a16="http://schemas.microsoft.com/office/drawing/2014/main" id="{FEF99CFD-F91F-4578-8FFD-0A79BF068E09}"/>
              </a:ext>
            </a:extLst>
          </p:cNvPr>
          <p:cNvSpPr>
            <a:spLocks noGrp="1"/>
          </p:cNvSpPr>
          <p:nvPr>
            <p:ph type="body" sz="quarter" idx="13"/>
          </p:nvPr>
        </p:nvSpPr>
        <p:spPr>
          <a:xfrm>
            <a:off x="250824" y="152636"/>
            <a:ext cx="8137526" cy="184666"/>
          </a:xfrm>
          <a:prstGeom prst="rect">
            <a:avLst/>
          </a:prstGeom>
        </p:spPr>
        <p:txBody>
          <a:bodyPr wrap="square" lIns="0" tIns="0" rIns="0" bIns="0">
            <a:spAutoFit/>
          </a:bodyPr>
          <a:lstStyle>
            <a:lvl1pPr marL="0" algn="l" defTabSz="914400" rtl="0" eaLnBrk="1" latinLnBrk="0" hangingPunct="1">
              <a:defRPr lang="en-US" sz="1200" b="1" kern="1200" dirty="0" smtClean="0">
                <a:solidFill>
                  <a:srgbClr val="29005A"/>
                </a:solidFill>
                <a:latin typeface="+mj-lt"/>
                <a:ea typeface="+mn-ea"/>
                <a:cs typeface="+mn-cs"/>
              </a:defRPr>
            </a:lvl1pPr>
            <a:lvl2pPr marL="0" algn="l" defTabSz="914400" rtl="0" eaLnBrk="1" latinLnBrk="0" hangingPunct="1">
              <a:defRPr lang="en-US" sz="1200" b="1" kern="1200" dirty="0" smtClean="0">
                <a:solidFill>
                  <a:srgbClr val="29005A"/>
                </a:solidFill>
                <a:latin typeface="+mj-lt"/>
                <a:ea typeface="+mn-ea"/>
                <a:cs typeface="+mn-cs"/>
              </a:defRPr>
            </a:lvl2pPr>
          </a:lstStyle>
          <a:p>
            <a:pPr marL="0" lvl="0" indent="0" algn="l" defTabSz="457200" rtl="0" eaLnBrk="1" latinLnBrk="0" hangingPunct="1">
              <a:spcBef>
                <a:spcPts val="0"/>
              </a:spcBef>
              <a:buFontTx/>
              <a:buNone/>
            </a:pPr>
            <a:r>
              <a:rPr lang="en-US" dirty="0"/>
              <a:t>Click to edit Master text styles</a:t>
            </a:r>
            <a:endParaRPr lang="en-GB" dirty="0"/>
          </a:p>
        </p:txBody>
      </p:sp>
      <p:sp>
        <p:nvSpPr>
          <p:cNvPr id="17" name="Text Placeholder 11">
            <a:extLst>
              <a:ext uri="{FF2B5EF4-FFF2-40B4-BE49-F238E27FC236}">
                <a16:creationId xmlns:a16="http://schemas.microsoft.com/office/drawing/2014/main" id="{D945A46C-648E-4FA0-B448-F9C692790C2D}"/>
              </a:ext>
            </a:extLst>
          </p:cNvPr>
          <p:cNvSpPr>
            <a:spLocks noGrp="1"/>
          </p:cNvSpPr>
          <p:nvPr>
            <p:ph type="body" sz="quarter" idx="11" hasCustomPrompt="1"/>
          </p:nvPr>
        </p:nvSpPr>
        <p:spPr>
          <a:xfrm>
            <a:off x="259449" y="1374871"/>
            <a:ext cx="2761200" cy="4986000"/>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4" name="Text Placeholder 11">
            <a:extLst>
              <a:ext uri="{FF2B5EF4-FFF2-40B4-BE49-F238E27FC236}">
                <a16:creationId xmlns:a16="http://schemas.microsoft.com/office/drawing/2014/main" id="{9774E9C1-677B-4EFE-A158-2E00C2651399}"/>
              </a:ext>
            </a:extLst>
          </p:cNvPr>
          <p:cNvSpPr>
            <a:spLocks noGrp="1"/>
          </p:cNvSpPr>
          <p:nvPr>
            <p:ph type="body" sz="quarter" idx="14" hasCustomPrompt="1"/>
          </p:nvPr>
        </p:nvSpPr>
        <p:spPr>
          <a:xfrm>
            <a:off x="3196326" y="1382026"/>
            <a:ext cx="2761200" cy="4986000"/>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
        <p:nvSpPr>
          <p:cNvPr id="16" name="Text Placeholder 11">
            <a:extLst>
              <a:ext uri="{FF2B5EF4-FFF2-40B4-BE49-F238E27FC236}">
                <a16:creationId xmlns:a16="http://schemas.microsoft.com/office/drawing/2014/main" id="{A198913B-55CA-4D8D-9544-D90FE4883430}"/>
              </a:ext>
            </a:extLst>
          </p:cNvPr>
          <p:cNvSpPr>
            <a:spLocks noGrp="1"/>
          </p:cNvSpPr>
          <p:nvPr>
            <p:ph type="body" sz="quarter" idx="15" hasCustomPrompt="1"/>
          </p:nvPr>
        </p:nvSpPr>
        <p:spPr>
          <a:xfrm>
            <a:off x="6130889" y="1382026"/>
            <a:ext cx="2761200" cy="4986000"/>
          </a:xfrm>
          <a:prstGeom prst="rect">
            <a:avLst/>
          </a:prstGeom>
        </p:spPr>
        <p:txBody>
          <a:bodyPr lIns="0" tIns="0" rIns="0" bIns="0"/>
          <a:lstStyle>
            <a:lvl1pPr marL="0" indent="0">
              <a:lnSpc>
                <a:spcPct val="90000"/>
              </a:lnSpc>
              <a:spcBef>
                <a:spcPts val="0"/>
              </a:spcBef>
              <a:spcAft>
                <a:spcPts val="1200"/>
              </a:spcAft>
              <a:defRPr sz="1400">
                <a:solidFill>
                  <a:schemeClr val="tx1"/>
                </a:solidFill>
                <a:latin typeface="+mn-lt"/>
              </a:defRPr>
            </a:lvl1pPr>
          </a:lstStyle>
          <a:p>
            <a:pPr lvl="0"/>
            <a:r>
              <a:rPr lang="en-US" dirty="0"/>
              <a:t>Insert text</a:t>
            </a:r>
            <a:endParaRPr lang="en-GB" dirty="0"/>
          </a:p>
        </p:txBody>
      </p:sp>
    </p:spTree>
    <p:extLst>
      <p:ext uri="{BB962C8B-B14F-4D97-AF65-F5344CB8AC3E}">
        <p14:creationId xmlns:p14="http://schemas.microsoft.com/office/powerpoint/2010/main" val="3487409176"/>
      </p:ext>
    </p:extLst>
  </p:cSld>
  <p:clrMapOvr>
    <a:masterClrMapping/>
  </p:clrMapOvr>
  <p:transition/>
  <p:extLst>
    <p:ext uri="{DCECCB84-F9BA-43D5-87BE-67443E8EF086}">
      <p15:sldGuideLst xmlns:p15="http://schemas.microsoft.com/office/powerpoint/2012/main">
        <p15:guide id="1" orient="horz" pos="119">
          <p15:clr>
            <a:srgbClr val="FBAE40"/>
          </p15:clr>
        </p15:guide>
        <p15:guide id="2" orient="horz" pos="4110">
          <p15:clr>
            <a:srgbClr val="FBAE40"/>
          </p15:clr>
        </p15:guide>
        <p15:guide id="3" pos="5284">
          <p15:clr>
            <a:srgbClr val="FBAE40"/>
          </p15:clr>
        </p15:guide>
        <p15:guide id="4" pos="158">
          <p15:clr>
            <a:srgbClr val="FBAE40"/>
          </p15:clr>
        </p15:guide>
        <p15:guide id="5" pos="5602">
          <p15:clr>
            <a:srgbClr val="FBAE40"/>
          </p15:clr>
        </p15:guide>
        <p15:guide id="6" orient="horz" pos="1570">
          <p15:clr>
            <a:srgbClr val="FBAE40"/>
          </p15:clr>
        </p15:guide>
        <p15:guide id="7" orient="horz" pos="1185">
          <p15:clr>
            <a:srgbClr val="FBAE40"/>
          </p15:clr>
        </p15:guide>
        <p15:guide id="8" orient="horz" pos="459">
          <p15:clr>
            <a:srgbClr val="FBAE40"/>
          </p15:clr>
        </p15:guide>
        <p15:guide id="9" orient="horz" pos="32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034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457189" rtl="0" eaLnBrk="1" latinLnBrk="0" hangingPunct="1">
        <a:lnSpc>
          <a:spcPct val="90000"/>
        </a:lnSpc>
        <a:spcBef>
          <a:spcPct val="0"/>
        </a:spcBef>
        <a:buNone/>
        <a:defRPr lang="en-US" sz="3600" kern="1200" dirty="0">
          <a:solidFill>
            <a:schemeClr val="bg2"/>
          </a:solidFill>
          <a:latin typeface="Arial" pitchFamily="34" charset="0"/>
          <a:ea typeface="+mj-ea"/>
          <a:cs typeface="Arial" pitchFamily="34" charset="0"/>
        </a:defRPr>
      </a:lvl1pPr>
    </p:titleStyle>
    <p:bodyStyle>
      <a:lvl1pPr marL="446077" indent="-446077" algn="l" defTabSz="457189" rtl="0" eaLnBrk="1" latinLnBrk="0" hangingPunct="1">
        <a:spcBef>
          <a:spcPct val="20000"/>
        </a:spcBef>
        <a:buFontTx/>
        <a:buNone/>
        <a:defRPr lang="en-GB" sz="2800" kern="1200" dirty="0">
          <a:solidFill>
            <a:schemeClr val="tx1">
              <a:lumMod val="65000"/>
              <a:lumOff val="35000"/>
            </a:schemeClr>
          </a:solidFill>
          <a:latin typeface="Arial" pitchFamily="34" charset="0"/>
          <a:ea typeface="+mn-ea"/>
          <a:cs typeface="Arial" pitchFamily="34" charset="0"/>
        </a:defRPr>
      </a:lvl1pPr>
      <a:lvl2pPr marL="717533" indent="-303206" algn="l" defTabSz="457189" rtl="0" eaLnBrk="1" latinLnBrk="0" hangingPunct="1">
        <a:spcBef>
          <a:spcPct val="20000"/>
        </a:spcBef>
        <a:buFont typeface="Arial" pitchFamily="34" charset="0"/>
        <a:buChar char="•"/>
        <a:defRPr lang="en-US" sz="2400" kern="1200" dirty="0">
          <a:solidFill>
            <a:schemeClr val="tx1">
              <a:lumMod val="65000"/>
              <a:lumOff val="35000"/>
            </a:schemeClr>
          </a:solidFill>
          <a:latin typeface="Arial" pitchFamily="34" charset="0"/>
          <a:ea typeface="+mn-ea"/>
          <a:cs typeface="Arial" pitchFamily="34" charset="0"/>
        </a:defRPr>
      </a:lvl2pPr>
      <a:lvl3pPr marL="808018" indent="-300031" algn="l" defTabSz="457189" rtl="0" eaLnBrk="1" latinLnBrk="0" hangingPunct="1">
        <a:spcBef>
          <a:spcPct val="20000"/>
        </a:spcBef>
        <a:buClrTx/>
        <a:buFont typeface="Wingdings 3" pitchFamily="18" charset="2"/>
        <a:buChar char=""/>
        <a:defRPr sz="2400" kern="1200">
          <a:solidFill>
            <a:schemeClr val="tx1">
              <a:lumMod val="65000"/>
              <a:lumOff val="35000"/>
            </a:schemeClr>
          </a:solidFill>
          <a:latin typeface="Arial" pitchFamily="34" charset="0"/>
          <a:ea typeface="+mn-ea"/>
          <a:cs typeface="Arial" pitchFamily="34" charset="0"/>
        </a:defRPr>
      </a:lvl3pPr>
      <a:lvl4pPr marL="1600160" indent="-228594" algn="l" defTabSz="457189" rtl="0" eaLnBrk="1" latinLnBrk="0" hangingPunct="1">
        <a:spcBef>
          <a:spcPct val="20000"/>
        </a:spcBef>
        <a:buFont typeface="Arial"/>
        <a:buChar char="–"/>
        <a:defRPr sz="2000" kern="1200">
          <a:solidFill>
            <a:schemeClr val="tx1">
              <a:lumMod val="50000"/>
              <a:lumOff val="50000"/>
            </a:schemeClr>
          </a:solidFill>
          <a:latin typeface="Arial" pitchFamily="34" charset="0"/>
          <a:ea typeface="+mn-ea"/>
          <a:cs typeface="Arial" pitchFamily="34" charset="0"/>
        </a:defRPr>
      </a:lvl4pPr>
      <a:lvl5pPr marL="2057349" indent="-228594" algn="l" defTabSz="457189" rtl="0" eaLnBrk="1" latinLnBrk="0" hangingPunct="1">
        <a:spcBef>
          <a:spcPct val="20000"/>
        </a:spcBef>
        <a:buFont typeface="Arial"/>
        <a:buChar char="»"/>
        <a:defRPr sz="2000" kern="1200">
          <a:solidFill>
            <a:schemeClr val="tx1">
              <a:lumMod val="50000"/>
              <a:lumOff val="50000"/>
            </a:schemeClr>
          </a:solidFill>
          <a:latin typeface="Arial" pitchFamily="34" charset="0"/>
          <a:ea typeface="+mn-ea"/>
          <a:cs typeface="Arial"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userDrawn="1">
          <p15:clr>
            <a:srgbClr val="F26B43"/>
          </p15:clr>
        </p15:guide>
        <p15:guide id="2" pos="5602" userDrawn="1">
          <p15:clr>
            <a:srgbClr val="F26B43"/>
          </p15:clr>
        </p15:guide>
        <p15:guide id="3" orient="horz" pos="119" userDrawn="1">
          <p15:clr>
            <a:srgbClr val="F26B43"/>
          </p15:clr>
        </p15:guide>
        <p15:guide id="4" orient="horz" pos="4110" userDrawn="1">
          <p15:clr>
            <a:srgbClr val="F26B43"/>
          </p15:clr>
        </p15:guide>
        <p15:guide id="5" orient="horz" pos="459" userDrawn="1">
          <p15:clr>
            <a:srgbClr val="F26B43"/>
          </p15:clr>
        </p15:guide>
        <p15:guide id="6"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01533"/>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txStyles>
    <p:titleStyle>
      <a:lvl1pPr algn="l" defTabSz="457189" rtl="0" eaLnBrk="1" latinLnBrk="0" hangingPunct="1">
        <a:lnSpc>
          <a:spcPct val="90000"/>
        </a:lnSpc>
        <a:spcBef>
          <a:spcPct val="0"/>
        </a:spcBef>
        <a:buNone/>
        <a:defRPr lang="en-US" sz="3600" kern="1200" dirty="0">
          <a:solidFill>
            <a:schemeClr val="bg2"/>
          </a:solidFill>
          <a:latin typeface="Arial" pitchFamily="34" charset="0"/>
          <a:ea typeface="+mj-ea"/>
          <a:cs typeface="Arial" pitchFamily="34" charset="0"/>
        </a:defRPr>
      </a:lvl1pPr>
    </p:titleStyle>
    <p:bodyStyle>
      <a:lvl1pPr marL="446077" indent="-446077" algn="l" defTabSz="457189" rtl="0" eaLnBrk="1" latinLnBrk="0" hangingPunct="1">
        <a:spcBef>
          <a:spcPct val="20000"/>
        </a:spcBef>
        <a:buFontTx/>
        <a:buNone/>
        <a:defRPr lang="en-GB" sz="2800" kern="1200" dirty="0">
          <a:solidFill>
            <a:schemeClr val="tx1">
              <a:lumMod val="65000"/>
              <a:lumOff val="35000"/>
            </a:schemeClr>
          </a:solidFill>
          <a:latin typeface="Arial" pitchFamily="34" charset="0"/>
          <a:ea typeface="+mn-ea"/>
          <a:cs typeface="Arial" pitchFamily="34" charset="0"/>
        </a:defRPr>
      </a:lvl1pPr>
      <a:lvl2pPr marL="717533" indent="-303206" algn="l" defTabSz="457189" rtl="0" eaLnBrk="1" latinLnBrk="0" hangingPunct="1">
        <a:spcBef>
          <a:spcPct val="20000"/>
        </a:spcBef>
        <a:buFont typeface="Arial" pitchFamily="34" charset="0"/>
        <a:buChar char="•"/>
        <a:defRPr lang="en-US" sz="2400" kern="1200" dirty="0">
          <a:solidFill>
            <a:schemeClr val="tx1">
              <a:lumMod val="65000"/>
              <a:lumOff val="35000"/>
            </a:schemeClr>
          </a:solidFill>
          <a:latin typeface="Arial" pitchFamily="34" charset="0"/>
          <a:ea typeface="+mn-ea"/>
          <a:cs typeface="Arial" pitchFamily="34" charset="0"/>
        </a:defRPr>
      </a:lvl2pPr>
      <a:lvl3pPr marL="808018" indent="-300031" algn="l" defTabSz="457189" rtl="0" eaLnBrk="1" latinLnBrk="0" hangingPunct="1">
        <a:spcBef>
          <a:spcPct val="20000"/>
        </a:spcBef>
        <a:buClrTx/>
        <a:buFont typeface="Wingdings 3" pitchFamily="18" charset="2"/>
        <a:buChar char=""/>
        <a:defRPr sz="2400" kern="1200">
          <a:solidFill>
            <a:schemeClr val="tx1">
              <a:lumMod val="65000"/>
              <a:lumOff val="35000"/>
            </a:schemeClr>
          </a:solidFill>
          <a:latin typeface="Arial" pitchFamily="34" charset="0"/>
          <a:ea typeface="+mn-ea"/>
          <a:cs typeface="Arial" pitchFamily="34" charset="0"/>
        </a:defRPr>
      </a:lvl3pPr>
      <a:lvl4pPr marL="1600160" indent="-228594" algn="l" defTabSz="457189" rtl="0" eaLnBrk="1" latinLnBrk="0" hangingPunct="1">
        <a:spcBef>
          <a:spcPct val="20000"/>
        </a:spcBef>
        <a:buFont typeface="Arial"/>
        <a:buChar char="–"/>
        <a:defRPr sz="2000" kern="1200">
          <a:solidFill>
            <a:schemeClr val="tx1">
              <a:lumMod val="50000"/>
              <a:lumOff val="50000"/>
            </a:schemeClr>
          </a:solidFill>
          <a:latin typeface="Arial" pitchFamily="34" charset="0"/>
          <a:ea typeface="+mn-ea"/>
          <a:cs typeface="Arial" pitchFamily="34" charset="0"/>
        </a:defRPr>
      </a:lvl4pPr>
      <a:lvl5pPr marL="2057349" indent="-228594" algn="l" defTabSz="457189" rtl="0" eaLnBrk="1" latinLnBrk="0" hangingPunct="1">
        <a:spcBef>
          <a:spcPct val="20000"/>
        </a:spcBef>
        <a:buFont typeface="Arial"/>
        <a:buChar char="»"/>
        <a:defRPr sz="2000" kern="1200">
          <a:solidFill>
            <a:schemeClr val="tx1">
              <a:lumMod val="50000"/>
              <a:lumOff val="50000"/>
            </a:schemeClr>
          </a:solidFill>
          <a:latin typeface="Arial" pitchFamily="34" charset="0"/>
          <a:ea typeface="+mn-ea"/>
          <a:cs typeface="Arial"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2" pos="5602">
          <p15:clr>
            <a:srgbClr val="F26B43"/>
          </p15:clr>
        </p15:guide>
        <p15:guide id="3" orient="horz" pos="119">
          <p15:clr>
            <a:srgbClr val="F26B43"/>
          </p15:clr>
        </p15:guide>
        <p15:guide id="4" orient="horz" pos="4110">
          <p15:clr>
            <a:srgbClr val="F26B43"/>
          </p15:clr>
        </p15:guide>
        <p15:guide id="5" orient="horz" pos="459">
          <p15:clr>
            <a:srgbClr val="F26B43"/>
          </p15:clr>
        </p15:guide>
        <p15:guide id="6"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collision-help@foresightfactory.co" TargetMode="External"/><Relationship Id="rId2" Type="http://schemas.microsoft.com/office/2018/10/relationships/comments" Target="../comments/modernComment_145_C73B0D4E.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collision.foresightfactory.co/content/data-as-currency"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collision.foresightfactory.co/content/84158df8-3182-4c55-90e0-63ca67e9d1fc" TargetMode="External"/><Relationship Id="rId2" Type="http://schemas.microsoft.com/office/2018/10/relationships/comments" Target="../comments/modernComment_AD1_23A2652.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collision.foresightfactory.co/content/84158df8-3182-4c55-90e0-63ca67e9d1fc" TargetMode="External"/><Relationship Id="rId2" Type="http://schemas.microsoft.com/office/2018/10/relationships/comments" Target="../comments/modernComment_AD0_4A341540.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hyperlink" Target="mailto:collision-help@foresightfactory.co"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Priority trends for sustainability among Gen X in Australia</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3">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334253601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How I can improve my digital customer experience</a:t>
            </a:r>
            <a:r>
              <a:rPr lang="en-GB" dirty="0">
                <a:solidFill>
                  <a:schemeClr val="accent1"/>
                </a:solidFill>
              </a:rPr>
              <a:t> among </a:t>
            </a:r>
            <a:r>
              <a:rPr lang="en-GB" dirty="0"/>
              <a:t>Gen X </a:t>
            </a:r>
            <a:r>
              <a:rPr lang="en-GB" dirty="0">
                <a:solidFill>
                  <a:schemeClr val="accent1"/>
                </a:solidFill>
              </a:rPr>
              <a:t>in</a:t>
            </a:r>
            <a:r>
              <a:rPr lang="en-GB" dirty="0"/>
              <a:t> Australia</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3547121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Trends impacting indulgence among daily snackers in EU average</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602665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How I can help customers cope with rising costs among living alone in Thailand</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374810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How I can help customers reach their aspirations among occasional online shoppers in USA</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1301474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background">
            <a:extLst>
              <a:ext uri="{FF2B5EF4-FFF2-40B4-BE49-F238E27FC236}">
                <a16:creationId xmlns:a16="http://schemas.microsoft.com/office/drawing/2014/main" id="{1F63B656-ED1F-A95B-D736-D0F4C45A8B98}"/>
              </a:ext>
            </a:extLst>
          </p:cNvPr>
          <p:cNvSpPr/>
          <p:nvPr/>
        </p:nvSpPr>
        <p:spPr>
          <a:xfrm>
            <a:off x="8592" y="-13960"/>
            <a:ext cx="9144000" cy="6858000"/>
          </a:xfrm>
          <a:prstGeom prst="rect">
            <a:avLst/>
          </a:prstGeom>
          <a:gradFill flip="none" rotWithShape="1">
            <a:gsLst>
              <a:gs pos="0">
                <a:schemeClr val="tx1"/>
              </a:gs>
              <a:gs pos="35000">
                <a:schemeClr val="tx1">
                  <a:alpha val="40000"/>
                </a:schemeClr>
              </a:gs>
              <a:gs pos="100000">
                <a:schemeClr val="tx1">
                  <a:alpha val="0"/>
                </a:schemeClr>
              </a:gs>
            </a:gsLst>
            <a:lin ang="0" scaled="1"/>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FFFFFF"/>
              </a:solidFill>
              <a:effectLst/>
              <a:uLnTx/>
              <a:uFillTx/>
              <a:latin typeface="Arial"/>
              <a:ea typeface="+mn-ea"/>
              <a:cs typeface="+mn-cs"/>
            </a:endParaRPr>
          </a:p>
        </p:txBody>
      </p:sp>
      <p:sp>
        <p:nvSpPr>
          <p:cNvPr id="3" name="Text Placeholder 2"/>
          <p:cNvSpPr>
            <a:spLocks noGrp="1"/>
          </p:cNvSpPr>
          <p:nvPr>
            <p:ph type="body" sz="quarter" idx="11"/>
          </p:nvPr>
        </p:nvSpPr>
        <p:spPr/>
        <p:txBody>
          <a:bodyPr/>
          <a:lstStyle/>
          <a:p>
            <a:r>
              <a:rPr lang="en-GB" dirty="0"/>
              <a:t>Opportunity trends in sports and fitness among weekly social networkers in APAC average</a:t>
            </a:r>
          </a:p>
        </p:txBody>
      </p:sp>
      <p:sp>
        <p:nvSpPr>
          <p:cNvPr id="2" name="Text Placeholder 1"/>
          <p:cNvSpPr>
            <a:spLocks noGrp="1"/>
          </p:cNvSpPr>
          <p:nvPr>
            <p:ph type="body" sz="quarter" idx="10"/>
          </p:nvPr>
        </p:nvSpPr>
        <p:spPr/>
        <p:txBody>
          <a:bodyPr/>
          <a:lstStyle/>
          <a:p>
            <a:r>
              <a:rPr lang="en-GB" dirty="0"/>
              <a:t>Prioritise Trends</a:t>
            </a:r>
          </a:p>
        </p:txBody>
      </p:sp>
      <p:sp>
        <p:nvSpPr>
          <p:cNvPr id="6" name="line">
            <a:extLst>
              <a:ext uri="{FF2B5EF4-FFF2-40B4-BE49-F238E27FC236}">
                <a16:creationId xmlns:a16="http://schemas.microsoft.com/office/drawing/2014/main" id="{486E59CF-23AB-A25F-3360-6D94FAB6AAD3}"/>
              </a:ext>
            </a:extLst>
          </p:cNvPr>
          <p:cNvSpPr/>
          <p:nvPr/>
        </p:nvSpPr>
        <p:spPr>
          <a:xfrm>
            <a:off x="250825" y="1052513"/>
            <a:ext cx="8642350" cy="0"/>
          </a:xfrm>
          <a:prstGeom prst="line">
            <a:avLst/>
          </a:prstGeom>
          <a:ln w="19050">
            <a:solidFill>
              <a:srgbClr val="FFFFFF"/>
            </a:solidFill>
          </a:ln>
        </p:spPr>
        <p:txBody>
          <a:bodyPr lIns="22859" tIns="22859" rIns="22859" bIns="22859"/>
          <a:lstStyle/>
          <a:p>
            <a:endParaRPr sz="800"/>
          </a:p>
        </p:txBody>
      </p:sp>
      <p:grpSp>
        <p:nvGrpSpPr>
          <p:cNvPr id="7" name="ff_logo">
            <a:extLst>
              <a:ext uri="{FF2B5EF4-FFF2-40B4-BE49-F238E27FC236}">
                <a16:creationId xmlns:a16="http://schemas.microsoft.com/office/drawing/2014/main" id="{E874F8EC-5F8A-FD80-3F09-267EBB016B2F}"/>
              </a:ext>
            </a:extLst>
          </p:cNvPr>
          <p:cNvGrpSpPr>
            <a:grpSpLocks noChangeAspect="1"/>
          </p:cNvGrpSpPr>
          <p:nvPr/>
        </p:nvGrpSpPr>
        <p:grpSpPr bwMode="auto">
          <a:xfrm>
            <a:off x="257721" y="276637"/>
            <a:ext cx="2003526" cy="596488"/>
            <a:chOff x="232" y="888"/>
            <a:chExt cx="4736" cy="1410"/>
          </a:xfrm>
          <a:solidFill>
            <a:schemeClr val="bg1"/>
          </a:solidFill>
        </p:grpSpPr>
        <p:sp>
          <p:nvSpPr>
            <p:cNvPr id="8" name="Freeform 5">
              <a:extLst>
                <a:ext uri="{FF2B5EF4-FFF2-40B4-BE49-F238E27FC236}">
                  <a16:creationId xmlns:a16="http://schemas.microsoft.com/office/drawing/2014/main" id="{E63FF7D2-0C66-E2F1-A6F1-9ADBD7E3469E}"/>
                </a:ext>
              </a:extLst>
            </p:cNvPr>
            <p:cNvSpPr>
              <a:spLocks noEditPoints="1"/>
            </p:cNvSpPr>
            <p:nvPr/>
          </p:nvSpPr>
          <p:spPr bwMode="auto">
            <a:xfrm>
              <a:off x="2420" y="1471"/>
              <a:ext cx="326" cy="277"/>
            </a:xfrm>
            <a:custGeom>
              <a:avLst/>
              <a:gdLst>
                <a:gd name="T0" fmla="*/ 102 w 137"/>
                <a:gd name="T1" fmla="*/ 2 h 116"/>
                <a:gd name="T2" fmla="*/ 102 w 137"/>
                <a:gd name="T3" fmla="*/ 12 h 116"/>
                <a:gd name="T4" fmla="*/ 63 w 137"/>
                <a:gd name="T5" fmla="*/ 0 h 116"/>
                <a:gd name="T6" fmla="*/ 0 w 137"/>
                <a:gd name="T7" fmla="*/ 58 h 116"/>
                <a:gd name="T8" fmla="*/ 63 w 137"/>
                <a:gd name="T9" fmla="*/ 116 h 116"/>
                <a:gd name="T10" fmla="*/ 102 w 137"/>
                <a:gd name="T11" fmla="*/ 104 h 116"/>
                <a:gd name="T12" fmla="*/ 102 w 137"/>
                <a:gd name="T13" fmla="*/ 113 h 116"/>
                <a:gd name="T14" fmla="*/ 137 w 137"/>
                <a:gd name="T15" fmla="*/ 113 h 116"/>
                <a:gd name="T16" fmla="*/ 137 w 137"/>
                <a:gd name="T17" fmla="*/ 2 h 116"/>
                <a:gd name="T18" fmla="*/ 102 w 137"/>
                <a:gd name="T19" fmla="*/ 2 h 116"/>
                <a:gd name="T20" fmla="*/ 70 w 137"/>
                <a:gd name="T21" fmla="*/ 88 h 116"/>
                <a:gd name="T22" fmla="*/ 36 w 137"/>
                <a:gd name="T23" fmla="*/ 58 h 116"/>
                <a:gd name="T24" fmla="*/ 70 w 137"/>
                <a:gd name="T25" fmla="*/ 28 h 116"/>
                <a:gd name="T26" fmla="*/ 104 w 137"/>
                <a:gd name="T27" fmla="*/ 58 h 116"/>
                <a:gd name="T28" fmla="*/ 70 w 137"/>
                <a:gd name="T29" fmla="*/ 8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116">
                  <a:moveTo>
                    <a:pt x="102" y="2"/>
                  </a:moveTo>
                  <a:cubicBezTo>
                    <a:pt x="102" y="12"/>
                    <a:pt x="102" y="12"/>
                    <a:pt x="102" y="12"/>
                  </a:cubicBezTo>
                  <a:cubicBezTo>
                    <a:pt x="92" y="5"/>
                    <a:pt x="80" y="0"/>
                    <a:pt x="63" y="0"/>
                  </a:cubicBezTo>
                  <a:cubicBezTo>
                    <a:pt x="42" y="0"/>
                    <a:pt x="0" y="12"/>
                    <a:pt x="0" y="58"/>
                  </a:cubicBezTo>
                  <a:cubicBezTo>
                    <a:pt x="0" y="103"/>
                    <a:pt x="42" y="116"/>
                    <a:pt x="63" y="116"/>
                  </a:cubicBezTo>
                  <a:cubicBezTo>
                    <a:pt x="80" y="116"/>
                    <a:pt x="92" y="111"/>
                    <a:pt x="102" y="104"/>
                  </a:cubicBezTo>
                  <a:cubicBezTo>
                    <a:pt x="102" y="113"/>
                    <a:pt x="102" y="113"/>
                    <a:pt x="102" y="113"/>
                  </a:cubicBezTo>
                  <a:cubicBezTo>
                    <a:pt x="137" y="113"/>
                    <a:pt x="137" y="113"/>
                    <a:pt x="137" y="113"/>
                  </a:cubicBezTo>
                  <a:cubicBezTo>
                    <a:pt x="137" y="2"/>
                    <a:pt x="137" y="2"/>
                    <a:pt x="137" y="2"/>
                  </a:cubicBezTo>
                  <a:lnTo>
                    <a:pt x="102" y="2"/>
                  </a:lnTo>
                  <a:close/>
                  <a:moveTo>
                    <a:pt x="70" y="88"/>
                  </a:moveTo>
                  <a:cubicBezTo>
                    <a:pt x="50" y="88"/>
                    <a:pt x="36" y="75"/>
                    <a:pt x="36" y="58"/>
                  </a:cubicBezTo>
                  <a:cubicBezTo>
                    <a:pt x="36" y="39"/>
                    <a:pt x="50" y="28"/>
                    <a:pt x="70" y="28"/>
                  </a:cubicBezTo>
                  <a:cubicBezTo>
                    <a:pt x="90" y="28"/>
                    <a:pt x="104" y="40"/>
                    <a:pt x="104" y="58"/>
                  </a:cubicBezTo>
                  <a:cubicBezTo>
                    <a:pt x="104" y="77"/>
                    <a:pt x="91" y="88"/>
                    <a:pt x="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74DEB324-E0FB-30CA-F372-20D01DB6F251}"/>
                </a:ext>
              </a:extLst>
            </p:cNvPr>
            <p:cNvSpPr>
              <a:spLocks/>
            </p:cNvSpPr>
            <p:nvPr/>
          </p:nvSpPr>
          <p:spPr bwMode="auto">
            <a:xfrm>
              <a:off x="3161" y="1386"/>
              <a:ext cx="256" cy="354"/>
            </a:xfrm>
            <a:custGeom>
              <a:avLst/>
              <a:gdLst>
                <a:gd name="T0" fmla="*/ 31 w 108"/>
                <a:gd name="T1" fmla="*/ 113 h 149"/>
                <a:gd name="T2" fmla="*/ 31 w 108"/>
                <a:gd name="T3" fmla="*/ 65 h 149"/>
                <a:gd name="T4" fmla="*/ 0 w 108"/>
                <a:gd name="T5" fmla="*/ 65 h 149"/>
                <a:gd name="T6" fmla="*/ 0 w 108"/>
                <a:gd name="T7" fmla="*/ 38 h 149"/>
                <a:gd name="T8" fmla="*/ 31 w 108"/>
                <a:gd name="T9" fmla="*/ 38 h 149"/>
                <a:gd name="T10" fmla="*/ 31 w 108"/>
                <a:gd name="T11" fmla="*/ 0 h 149"/>
                <a:gd name="T12" fmla="*/ 67 w 108"/>
                <a:gd name="T13" fmla="*/ 0 h 149"/>
                <a:gd name="T14" fmla="*/ 67 w 108"/>
                <a:gd name="T15" fmla="*/ 38 h 149"/>
                <a:gd name="T16" fmla="*/ 108 w 108"/>
                <a:gd name="T17" fmla="*/ 38 h 149"/>
                <a:gd name="T18" fmla="*/ 108 w 108"/>
                <a:gd name="T19" fmla="*/ 65 h 149"/>
                <a:gd name="T20" fmla="*/ 67 w 108"/>
                <a:gd name="T21" fmla="*/ 65 h 149"/>
                <a:gd name="T22" fmla="*/ 67 w 108"/>
                <a:gd name="T23" fmla="*/ 122 h 149"/>
                <a:gd name="T24" fmla="*/ 83 w 108"/>
                <a:gd name="T25" fmla="*/ 122 h 149"/>
                <a:gd name="T26" fmla="*/ 106 w 108"/>
                <a:gd name="T27" fmla="*/ 122 h 149"/>
                <a:gd name="T28" fmla="*/ 106 w 108"/>
                <a:gd name="T29" fmla="*/ 149 h 149"/>
                <a:gd name="T30" fmla="*/ 71 w 108"/>
                <a:gd name="T31" fmla="*/ 149 h 149"/>
                <a:gd name="T32" fmla="*/ 31 w 108"/>
                <a:gd name="T33" fmla="*/ 1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49">
                  <a:moveTo>
                    <a:pt x="31" y="113"/>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8" y="38"/>
                    <a:pt x="108" y="38"/>
                    <a:pt x="108" y="38"/>
                  </a:cubicBezTo>
                  <a:cubicBezTo>
                    <a:pt x="108" y="65"/>
                    <a:pt x="108" y="65"/>
                    <a:pt x="108" y="65"/>
                  </a:cubicBezTo>
                  <a:cubicBezTo>
                    <a:pt x="67" y="65"/>
                    <a:pt x="67" y="65"/>
                    <a:pt x="67" y="65"/>
                  </a:cubicBezTo>
                  <a:cubicBezTo>
                    <a:pt x="67" y="122"/>
                    <a:pt x="67" y="122"/>
                    <a:pt x="67" y="122"/>
                  </a:cubicBezTo>
                  <a:cubicBezTo>
                    <a:pt x="83" y="122"/>
                    <a:pt x="83" y="122"/>
                    <a:pt x="83" y="122"/>
                  </a:cubicBezTo>
                  <a:cubicBezTo>
                    <a:pt x="106" y="122"/>
                    <a:pt x="106" y="122"/>
                    <a:pt x="106" y="122"/>
                  </a:cubicBezTo>
                  <a:cubicBezTo>
                    <a:pt x="106" y="149"/>
                    <a:pt x="106" y="149"/>
                    <a:pt x="106" y="149"/>
                  </a:cubicBezTo>
                  <a:cubicBezTo>
                    <a:pt x="106" y="149"/>
                    <a:pt x="86" y="149"/>
                    <a:pt x="71" y="149"/>
                  </a:cubicBezTo>
                  <a:cubicBezTo>
                    <a:pt x="40" y="149"/>
                    <a:pt x="31" y="136"/>
                    <a:pt x="31"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E0EA6DFA-C168-AA16-380A-5BD75EA244B0}"/>
                </a:ext>
              </a:extLst>
            </p:cNvPr>
            <p:cNvSpPr>
              <a:spLocks/>
            </p:cNvSpPr>
            <p:nvPr/>
          </p:nvSpPr>
          <p:spPr bwMode="auto">
            <a:xfrm>
              <a:off x="2067" y="1374"/>
              <a:ext cx="344" cy="366"/>
            </a:xfrm>
            <a:custGeom>
              <a:avLst/>
              <a:gdLst>
                <a:gd name="T0" fmla="*/ 0 w 344"/>
                <a:gd name="T1" fmla="*/ 0 h 366"/>
                <a:gd name="T2" fmla="*/ 344 w 344"/>
                <a:gd name="T3" fmla="*/ 0 h 366"/>
                <a:gd name="T4" fmla="*/ 344 w 344"/>
                <a:gd name="T5" fmla="*/ 73 h 366"/>
                <a:gd name="T6" fmla="*/ 88 w 344"/>
                <a:gd name="T7" fmla="*/ 73 h 366"/>
                <a:gd name="T8" fmla="*/ 88 w 344"/>
                <a:gd name="T9" fmla="*/ 157 h 366"/>
                <a:gd name="T10" fmla="*/ 299 w 344"/>
                <a:gd name="T11" fmla="*/ 157 h 366"/>
                <a:gd name="T12" fmla="*/ 299 w 344"/>
                <a:gd name="T13" fmla="*/ 226 h 366"/>
                <a:gd name="T14" fmla="*/ 88 w 344"/>
                <a:gd name="T15" fmla="*/ 226 h 366"/>
                <a:gd name="T16" fmla="*/ 88 w 344"/>
                <a:gd name="T17" fmla="*/ 366 h 366"/>
                <a:gd name="T18" fmla="*/ 0 w 344"/>
                <a:gd name="T19" fmla="*/ 366 h 366"/>
                <a:gd name="T20" fmla="*/ 0 w 344"/>
                <a:gd name="T2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6">
                  <a:moveTo>
                    <a:pt x="0" y="0"/>
                  </a:moveTo>
                  <a:lnTo>
                    <a:pt x="344" y="0"/>
                  </a:lnTo>
                  <a:lnTo>
                    <a:pt x="344" y="73"/>
                  </a:lnTo>
                  <a:lnTo>
                    <a:pt x="88" y="73"/>
                  </a:lnTo>
                  <a:lnTo>
                    <a:pt x="88" y="157"/>
                  </a:lnTo>
                  <a:lnTo>
                    <a:pt x="299" y="157"/>
                  </a:lnTo>
                  <a:lnTo>
                    <a:pt x="299" y="226"/>
                  </a:lnTo>
                  <a:lnTo>
                    <a:pt x="88" y="226"/>
                  </a:lnTo>
                  <a:lnTo>
                    <a:pt x="88" y="366"/>
                  </a:lnTo>
                  <a:lnTo>
                    <a:pt x="0" y="36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DBB24AA5-9DE6-E889-8F4F-A5720EF73A9E}"/>
                </a:ext>
              </a:extLst>
            </p:cNvPr>
            <p:cNvSpPr>
              <a:spLocks/>
            </p:cNvSpPr>
            <p:nvPr/>
          </p:nvSpPr>
          <p:spPr bwMode="auto">
            <a:xfrm>
              <a:off x="2812" y="1471"/>
              <a:ext cx="318" cy="277"/>
            </a:xfrm>
            <a:custGeom>
              <a:avLst/>
              <a:gdLst>
                <a:gd name="T0" fmla="*/ 0 w 134"/>
                <a:gd name="T1" fmla="*/ 58 h 116"/>
                <a:gd name="T2" fmla="*/ 70 w 134"/>
                <a:gd name="T3" fmla="*/ 0 h 116"/>
                <a:gd name="T4" fmla="*/ 134 w 134"/>
                <a:gd name="T5" fmla="*/ 34 h 116"/>
                <a:gd name="T6" fmla="*/ 101 w 134"/>
                <a:gd name="T7" fmla="*/ 44 h 116"/>
                <a:gd name="T8" fmla="*/ 70 w 134"/>
                <a:gd name="T9" fmla="*/ 28 h 116"/>
                <a:gd name="T10" fmla="*/ 37 w 134"/>
                <a:gd name="T11" fmla="*/ 58 h 116"/>
                <a:gd name="T12" fmla="*/ 69 w 134"/>
                <a:gd name="T13" fmla="*/ 88 h 116"/>
                <a:gd name="T14" fmla="*/ 102 w 134"/>
                <a:gd name="T15" fmla="*/ 70 h 116"/>
                <a:gd name="T16" fmla="*/ 134 w 134"/>
                <a:gd name="T17" fmla="*/ 81 h 116"/>
                <a:gd name="T18" fmla="*/ 67 w 134"/>
                <a:gd name="T19" fmla="*/ 116 h 116"/>
                <a:gd name="T20" fmla="*/ 0 w 134"/>
                <a:gd name="T21"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16">
                  <a:moveTo>
                    <a:pt x="0" y="58"/>
                  </a:moveTo>
                  <a:cubicBezTo>
                    <a:pt x="0" y="12"/>
                    <a:pt x="42" y="0"/>
                    <a:pt x="70" y="0"/>
                  </a:cubicBezTo>
                  <a:cubicBezTo>
                    <a:pt x="103" y="0"/>
                    <a:pt x="125" y="12"/>
                    <a:pt x="134" y="34"/>
                  </a:cubicBezTo>
                  <a:cubicBezTo>
                    <a:pt x="101" y="44"/>
                    <a:pt x="101" y="44"/>
                    <a:pt x="101" y="44"/>
                  </a:cubicBezTo>
                  <a:cubicBezTo>
                    <a:pt x="96" y="34"/>
                    <a:pt x="85" y="28"/>
                    <a:pt x="70" y="28"/>
                  </a:cubicBezTo>
                  <a:cubicBezTo>
                    <a:pt x="51" y="28"/>
                    <a:pt x="37" y="38"/>
                    <a:pt x="37" y="58"/>
                  </a:cubicBezTo>
                  <a:cubicBezTo>
                    <a:pt x="37" y="75"/>
                    <a:pt x="49" y="88"/>
                    <a:pt x="69" y="88"/>
                  </a:cubicBezTo>
                  <a:cubicBezTo>
                    <a:pt x="78" y="88"/>
                    <a:pt x="95" y="85"/>
                    <a:pt x="102" y="70"/>
                  </a:cubicBezTo>
                  <a:cubicBezTo>
                    <a:pt x="134" y="81"/>
                    <a:pt x="134" y="81"/>
                    <a:pt x="134" y="81"/>
                  </a:cubicBezTo>
                  <a:cubicBezTo>
                    <a:pt x="127" y="98"/>
                    <a:pt x="105" y="116"/>
                    <a:pt x="67" y="116"/>
                  </a:cubicBezTo>
                  <a:cubicBezTo>
                    <a:pt x="37" y="116"/>
                    <a:pt x="0" y="102"/>
                    <a:pt x="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614D938F-CB33-9A95-C952-D56ADD853BEA}"/>
                </a:ext>
              </a:extLst>
            </p:cNvPr>
            <p:cNvSpPr>
              <a:spLocks noEditPoints="1"/>
            </p:cNvSpPr>
            <p:nvPr/>
          </p:nvSpPr>
          <p:spPr bwMode="auto">
            <a:xfrm>
              <a:off x="3465" y="1471"/>
              <a:ext cx="335" cy="277"/>
            </a:xfrm>
            <a:custGeom>
              <a:avLst/>
              <a:gdLst>
                <a:gd name="T0" fmla="*/ 0 w 141"/>
                <a:gd name="T1" fmla="*/ 58 h 116"/>
                <a:gd name="T2" fmla="*/ 70 w 141"/>
                <a:gd name="T3" fmla="*/ 0 h 116"/>
                <a:gd name="T4" fmla="*/ 141 w 141"/>
                <a:gd name="T5" fmla="*/ 58 h 116"/>
                <a:gd name="T6" fmla="*/ 70 w 141"/>
                <a:gd name="T7" fmla="*/ 116 h 116"/>
                <a:gd name="T8" fmla="*/ 0 w 141"/>
                <a:gd name="T9" fmla="*/ 58 h 116"/>
                <a:gd name="T10" fmla="*/ 105 w 141"/>
                <a:gd name="T11" fmla="*/ 58 h 116"/>
                <a:gd name="T12" fmla="*/ 70 w 141"/>
                <a:gd name="T13" fmla="*/ 28 h 116"/>
                <a:gd name="T14" fmla="*/ 36 w 141"/>
                <a:gd name="T15" fmla="*/ 58 h 116"/>
                <a:gd name="T16" fmla="*/ 70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2"/>
                    <a:pt x="40" y="0"/>
                    <a:pt x="70" y="0"/>
                  </a:cubicBezTo>
                  <a:cubicBezTo>
                    <a:pt x="101" y="0"/>
                    <a:pt x="141" y="12"/>
                    <a:pt x="141" y="58"/>
                  </a:cubicBezTo>
                  <a:cubicBezTo>
                    <a:pt x="141" y="102"/>
                    <a:pt x="101" y="116"/>
                    <a:pt x="70" y="116"/>
                  </a:cubicBezTo>
                  <a:cubicBezTo>
                    <a:pt x="40" y="116"/>
                    <a:pt x="0" y="102"/>
                    <a:pt x="0" y="58"/>
                  </a:cubicBezTo>
                  <a:close/>
                  <a:moveTo>
                    <a:pt x="105" y="58"/>
                  </a:moveTo>
                  <a:cubicBezTo>
                    <a:pt x="105" y="40"/>
                    <a:pt x="91" y="28"/>
                    <a:pt x="70" y="28"/>
                  </a:cubicBezTo>
                  <a:cubicBezTo>
                    <a:pt x="50" y="28"/>
                    <a:pt x="36" y="39"/>
                    <a:pt x="36" y="58"/>
                  </a:cubicBezTo>
                  <a:cubicBezTo>
                    <a:pt x="36" y="75"/>
                    <a:pt x="50" y="88"/>
                    <a:pt x="70"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1EF4B6B9-290F-4DE6-A202-243D21914A7B}"/>
                </a:ext>
              </a:extLst>
            </p:cNvPr>
            <p:cNvSpPr>
              <a:spLocks/>
            </p:cNvSpPr>
            <p:nvPr/>
          </p:nvSpPr>
          <p:spPr bwMode="auto">
            <a:xfrm>
              <a:off x="3864" y="1469"/>
              <a:ext cx="216" cy="271"/>
            </a:xfrm>
            <a:custGeom>
              <a:avLst/>
              <a:gdLst>
                <a:gd name="T0" fmla="*/ 0 w 91"/>
                <a:gd name="T1" fmla="*/ 3 h 114"/>
                <a:gd name="T2" fmla="*/ 36 w 91"/>
                <a:gd name="T3" fmla="*/ 3 h 114"/>
                <a:gd name="T4" fmla="*/ 36 w 91"/>
                <a:gd name="T5" fmla="*/ 21 h 114"/>
                <a:gd name="T6" fmla="*/ 90 w 91"/>
                <a:gd name="T7" fmla="*/ 1 h 114"/>
                <a:gd name="T8" fmla="*/ 91 w 91"/>
                <a:gd name="T9" fmla="*/ 1 h 114"/>
                <a:gd name="T10" fmla="*/ 91 w 91"/>
                <a:gd name="T11" fmla="*/ 33 h 114"/>
                <a:gd name="T12" fmla="*/ 81 w 91"/>
                <a:gd name="T13" fmla="*/ 33 h 114"/>
                <a:gd name="T14" fmla="*/ 36 w 91"/>
                <a:gd name="T15" fmla="*/ 45 h 114"/>
                <a:gd name="T16" fmla="*/ 36 w 91"/>
                <a:gd name="T17" fmla="*/ 114 h 114"/>
                <a:gd name="T18" fmla="*/ 0 w 91"/>
                <a:gd name="T19" fmla="*/ 114 h 114"/>
                <a:gd name="T20" fmla="*/ 0 w 91"/>
                <a:gd name="T21" fmla="*/ 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3"/>
                  </a:moveTo>
                  <a:cubicBezTo>
                    <a:pt x="36" y="3"/>
                    <a:pt x="36" y="3"/>
                    <a:pt x="36" y="3"/>
                  </a:cubicBezTo>
                  <a:cubicBezTo>
                    <a:pt x="36" y="21"/>
                    <a:pt x="36" y="21"/>
                    <a:pt x="36" y="21"/>
                  </a:cubicBezTo>
                  <a:cubicBezTo>
                    <a:pt x="43" y="11"/>
                    <a:pt x="58" y="0"/>
                    <a:pt x="90" y="1"/>
                  </a:cubicBezTo>
                  <a:cubicBezTo>
                    <a:pt x="91" y="1"/>
                    <a:pt x="91" y="1"/>
                    <a:pt x="91" y="1"/>
                  </a:cubicBezTo>
                  <a:cubicBezTo>
                    <a:pt x="91" y="33"/>
                    <a:pt x="91" y="33"/>
                    <a:pt x="91" y="33"/>
                  </a:cubicBezTo>
                  <a:cubicBezTo>
                    <a:pt x="90" y="33"/>
                    <a:pt x="84" y="33"/>
                    <a:pt x="81" y="33"/>
                  </a:cubicBezTo>
                  <a:cubicBezTo>
                    <a:pt x="57" y="33"/>
                    <a:pt x="42" y="39"/>
                    <a:pt x="36" y="45"/>
                  </a:cubicBezTo>
                  <a:cubicBezTo>
                    <a:pt x="36" y="114"/>
                    <a:pt x="36" y="114"/>
                    <a:pt x="36" y="114"/>
                  </a:cubicBezTo>
                  <a:cubicBezTo>
                    <a:pt x="0" y="114"/>
                    <a:pt x="0" y="114"/>
                    <a:pt x="0" y="114"/>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38E5C0C-F1A8-59A5-0B21-3D4CBA72F52B}"/>
                </a:ext>
              </a:extLst>
            </p:cNvPr>
            <p:cNvSpPr>
              <a:spLocks/>
            </p:cNvSpPr>
            <p:nvPr/>
          </p:nvSpPr>
          <p:spPr bwMode="auto">
            <a:xfrm>
              <a:off x="4108" y="1476"/>
              <a:ext cx="354" cy="367"/>
            </a:xfrm>
            <a:custGeom>
              <a:avLst/>
              <a:gdLst>
                <a:gd name="T0" fmla="*/ 16 w 149"/>
                <a:gd name="T1" fmla="*/ 154 h 154"/>
                <a:gd name="T2" fmla="*/ 16 w 149"/>
                <a:gd name="T3" fmla="*/ 127 h 154"/>
                <a:gd name="T4" fmla="*/ 52 w 149"/>
                <a:gd name="T5" fmla="*/ 127 h 154"/>
                <a:gd name="T6" fmla="*/ 57 w 149"/>
                <a:gd name="T7" fmla="*/ 117 h 154"/>
                <a:gd name="T8" fmla="*/ 0 w 149"/>
                <a:gd name="T9" fmla="*/ 0 h 154"/>
                <a:gd name="T10" fmla="*/ 39 w 149"/>
                <a:gd name="T11" fmla="*/ 0 h 154"/>
                <a:gd name="T12" fmla="*/ 76 w 149"/>
                <a:gd name="T13" fmla="*/ 78 h 154"/>
                <a:gd name="T14" fmla="*/ 113 w 149"/>
                <a:gd name="T15" fmla="*/ 0 h 154"/>
                <a:gd name="T16" fmla="*/ 149 w 149"/>
                <a:gd name="T17" fmla="*/ 0 h 154"/>
                <a:gd name="T18" fmla="*/ 91 w 149"/>
                <a:gd name="T19" fmla="*/ 120 h 154"/>
                <a:gd name="T20" fmla="*/ 43 w 149"/>
                <a:gd name="T21" fmla="*/ 154 h 154"/>
                <a:gd name="T22" fmla="*/ 16 w 149"/>
                <a:gd name="T23"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9" h="154">
                  <a:moveTo>
                    <a:pt x="16" y="154"/>
                  </a:moveTo>
                  <a:cubicBezTo>
                    <a:pt x="16" y="127"/>
                    <a:pt x="16" y="127"/>
                    <a:pt x="16" y="127"/>
                  </a:cubicBezTo>
                  <a:cubicBezTo>
                    <a:pt x="52" y="127"/>
                    <a:pt x="52" y="127"/>
                    <a:pt x="52" y="127"/>
                  </a:cubicBezTo>
                  <a:cubicBezTo>
                    <a:pt x="57" y="117"/>
                    <a:pt x="57" y="117"/>
                    <a:pt x="57" y="117"/>
                  </a:cubicBezTo>
                  <a:cubicBezTo>
                    <a:pt x="0" y="0"/>
                    <a:pt x="0" y="0"/>
                    <a:pt x="0" y="0"/>
                  </a:cubicBezTo>
                  <a:cubicBezTo>
                    <a:pt x="39" y="0"/>
                    <a:pt x="39" y="0"/>
                    <a:pt x="39" y="0"/>
                  </a:cubicBezTo>
                  <a:cubicBezTo>
                    <a:pt x="76" y="78"/>
                    <a:pt x="76" y="78"/>
                    <a:pt x="76" y="78"/>
                  </a:cubicBezTo>
                  <a:cubicBezTo>
                    <a:pt x="113" y="0"/>
                    <a:pt x="113" y="0"/>
                    <a:pt x="113" y="0"/>
                  </a:cubicBezTo>
                  <a:cubicBezTo>
                    <a:pt x="149" y="0"/>
                    <a:pt x="149" y="0"/>
                    <a:pt x="149" y="0"/>
                  </a:cubicBezTo>
                  <a:cubicBezTo>
                    <a:pt x="91" y="120"/>
                    <a:pt x="91" y="120"/>
                    <a:pt x="91" y="120"/>
                  </a:cubicBezTo>
                  <a:cubicBezTo>
                    <a:pt x="78" y="146"/>
                    <a:pt x="67" y="154"/>
                    <a:pt x="43" y="154"/>
                  </a:cubicBezTo>
                  <a:cubicBezTo>
                    <a:pt x="25" y="154"/>
                    <a:pt x="16" y="154"/>
                    <a:pt x="16"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91C9EF91-5857-8C28-1717-92D36A941ECB}"/>
                </a:ext>
              </a:extLst>
            </p:cNvPr>
            <p:cNvSpPr>
              <a:spLocks noEditPoints="1"/>
            </p:cNvSpPr>
            <p:nvPr/>
          </p:nvSpPr>
          <p:spPr bwMode="auto">
            <a:xfrm>
              <a:off x="3949" y="985"/>
              <a:ext cx="328" cy="386"/>
            </a:xfrm>
            <a:custGeom>
              <a:avLst/>
              <a:gdLst>
                <a:gd name="T0" fmla="*/ 138 w 138"/>
                <a:gd name="T1" fmla="*/ 2 h 162"/>
                <a:gd name="T2" fmla="*/ 102 w 138"/>
                <a:gd name="T3" fmla="*/ 2 h 162"/>
                <a:gd name="T4" fmla="*/ 102 w 138"/>
                <a:gd name="T5" fmla="*/ 12 h 162"/>
                <a:gd name="T6" fmla="*/ 63 w 138"/>
                <a:gd name="T7" fmla="*/ 0 h 162"/>
                <a:gd name="T8" fmla="*/ 0 w 138"/>
                <a:gd name="T9" fmla="*/ 58 h 162"/>
                <a:gd name="T10" fmla="*/ 63 w 138"/>
                <a:gd name="T11" fmla="*/ 116 h 162"/>
                <a:gd name="T12" fmla="*/ 102 w 138"/>
                <a:gd name="T13" fmla="*/ 104 h 162"/>
                <a:gd name="T14" fmla="*/ 102 w 138"/>
                <a:gd name="T15" fmla="*/ 106 h 162"/>
                <a:gd name="T16" fmla="*/ 68 w 138"/>
                <a:gd name="T17" fmla="*/ 135 h 162"/>
                <a:gd name="T18" fmla="*/ 30 w 138"/>
                <a:gd name="T19" fmla="*/ 122 h 162"/>
                <a:gd name="T20" fmla="*/ 6 w 138"/>
                <a:gd name="T21" fmla="*/ 137 h 162"/>
                <a:gd name="T22" fmla="*/ 71 w 138"/>
                <a:gd name="T23" fmla="*/ 162 h 162"/>
                <a:gd name="T24" fmla="*/ 138 w 138"/>
                <a:gd name="T25" fmla="*/ 103 h 162"/>
                <a:gd name="T26" fmla="*/ 138 w 138"/>
                <a:gd name="T27" fmla="*/ 2 h 162"/>
                <a:gd name="T28" fmla="*/ 71 w 138"/>
                <a:gd name="T29" fmla="*/ 88 h 162"/>
                <a:gd name="T30" fmla="*/ 36 w 138"/>
                <a:gd name="T31" fmla="*/ 58 h 162"/>
                <a:gd name="T32" fmla="*/ 71 w 138"/>
                <a:gd name="T33" fmla="*/ 29 h 162"/>
                <a:gd name="T34" fmla="*/ 105 w 138"/>
                <a:gd name="T35" fmla="*/ 58 h 162"/>
                <a:gd name="T36" fmla="*/ 71 w 138"/>
                <a:gd name="T37" fmla="*/ 8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2">
                  <a:moveTo>
                    <a:pt x="138" y="2"/>
                  </a:moveTo>
                  <a:cubicBezTo>
                    <a:pt x="102" y="2"/>
                    <a:pt x="102" y="2"/>
                    <a:pt x="102" y="2"/>
                  </a:cubicBezTo>
                  <a:cubicBezTo>
                    <a:pt x="102" y="12"/>
                    <a:pt x="102" y="12"/>
                    <a:pt x="102" y="12"/>
                  </a:cubicBezTo>
                  <a:cubicBezTo>
                    <a:pt x="93" y="5"/>
                    <a:pt x="80" y="0"/>
                    <a:pt x="63" y="0"/>
                  </a:cubicBezTo>
                  <a:cubicBezTo>
                    <a:pt x="43" y="0"/>
                    <a:pt x="0" y="12"/>
                    <a:pt x="0" y="58"/>
                  </a:cubicBezTo>
                  <a:cubicBezTo>
                    <a:pt x="0" y="104"/>
                    <a:pt x="42" y="116"/>
                    <a:pt x="63" y="116"/>
                  </a:cubicBezTo>
                  <a:cubicBezTo>
                    <a:pt x="80" y="116"/>
                    <a:pt x="93" y="111"/>
                    <a:pt x="102" y="104"/>
                  </a:cubicBezTo>
                  <a:cubicBezTo>
                    <a:pt x="102" y="106"/>
                    <a:pt x="102" y="106"/>
                    <a:pt x="102" y="106"/>
                  </a:cubicBezTo>
                  <a:cubicBezTo>
                    <a:pt x="102" y="126"/>
                    <a:pt x="91" y="135"/>
                    <a:pt x="68" y="135"/>
                  </a:cubicBezTo>
                  <a:cubicBezTo>
                    <a:pt x="53" y="135"/>
                    <a:pt x="39" y="130"/>
                    <a:pt x="30" y="122"/>
                  </a:cubicBezTo>
                  <a:cubicBezTo>
                    <a:pt x="6" y="137"/>
                    <a:pt x="6" y="137"/>
                    <a:pt x="6" y="137"/>
                  </a:cubicBezTo>
                  <a:cubicBezTo>
                    <a:pt x="15" y="150"/>
                    <a:pt x="38" y="162"/>
                    <a:pt x="71" y="162"/>
                  </a:cubicBezTo>
                  <a:cubicBezTo>
                    <a:pt x="103" y="162"/>
                    <a:pt x="138" y="151"/>
                    <a:pt x="138" y="103"/>
                  </a:cubicBezTo>
                  <a:cubicBezTo>
                    <a:pt x="138" y="98"/>
                    <a:pt x="138" y="2"/>
                    <a:pt x="138" y="2"/>
                  </a:cubicBezTo>
                  <a:close/>
                  <a:moveTo>
                    <a:pt x="71" y="88"/>
                  </a:moveTo>
                  <a:cubicBezTo>
                    <a:pt x="50" y="88"/>
                    <a:pt x="36" y="76"/>
                    <a:pt x="36" y="58"/>
                  </a:cubicBezTo>
                  <a:cubicBezTo>
                    <a:pt x="36" y="39"/>
                    <a:pt x="50" y="29"/>
                    <a:pt x="71" y="29"/>
                  </a:cubicBezTo>
                  <a:cubicBezTo>
                    <a:pt x="91" y="29"/>
                    <a:pt x="105" y="40"/>
                    <a:pt x="105" y="58"/>
                  </a:cubicBezTo>
                  <a:cubicBezTo>
                    <a:pt x="105" y="77"/>
                    <a:pt x="91" y="88"/>
                    <a:pt x="7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1716480C-007B-E289-B53B-7D943D9D3899}"/>
                </a:ext>
              </a:extLst>
            </p:cNvPr>
            <p:cNvSpPr>
              <a:spLocks/>
            </p:cNvSpPr>
            <p:nvPr/>
          </p:nvSpPr>
          <p:spPr bwMode="auto">
            <a:xfrm>
              <a:off x="2067" y="888"/>
              <a:ext cx="344" cy="369"/>
            </a:xfrm>
            <a:custGeom>
              <a:avLst/>
              <a:gdLst>
                <a:gd name="T0" fmla="*/ 0 w 344"/>
                <a:gd name="T1" fmla="*/ 0 h 369"/>
                <a:gd name="T2" fmla="*/ 344 w 344"/>
                <a:gd name="T3" fmla="*/ 0 h 369"/>
                <a:gd name="T4" fmla="*/ 344 w 344"/>
                <a:gd name="T5" fmla="*/ 76 h 369"/>
                <a:gd name="T6" fmla="*/ 88 w 344"/>
                <a:gd name="T7" fmla="*/ 76 h 369"/>
                <a:gd name="T8" fmla="*/ 88 w 344"/>
                <a:gd name="T9" fmla="*/ 157 h 369"/>
                <a:gd name="T10" fmla="*/ 299 w 344"/>
                <a:gd name="T11" fmla="*/ 157 h 369"/>
                <a:gd name="T12" fmla="*/ 299 w 344"/>
                <a:gd name="T13" fmla="*/ 228 h 369"/>
                <a:gd name="T14" fmla="*/ 88 w 344"/>
                <a:gd name="T15" fmla="*/ 228 h 369"/>
                <a:gd name="T16" fmla="*/ 88 w 344"/>
                <a:gd name="T17" fmla="*/ 369 h 369"/>
                <a:gd name="T18" fmla="*/ 0 w 344"/>
                <a:gd name="T19" fmla="*/ 369 h 369"/>
                <a:gd name="T20" fmla="*/ 0 w 344"/>
                <a:gd name="T21" fmla="*/ 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4" h="369">
                  <a:moveTo>
                    <a:pt x="0" y="0"/>
                  </a:moveTo>
                  <a:lnTo>
                    <a:pt x="344" y="0"/>
                  </a:lnTo>
                  <a:lnTo>
                    <a:pt x="344" y="76"/>
                  </a:lnTo>
                  <a:lnTo>
                    <a:pt x="88" y="76"/>
                  </a:lnTo>
                  <a:lnTo>
                    <a:pt x="88" y="157"/>
                  </a:lnTo>
                  <a:lnTo>
                    <a:pt x="299" y="157"/>
                  </a:lnTo>
                  <a:lnTo>
                    <a:pt x="299" y="228"/>
                  </a:lnTo>
                  <a:lnTo>
                    <a:pt x="88" y="228"/>
                  </a:lnTo>
                  <a:lnTo>
                    <a:pt x="88" y="369"/>
                  </a:lnTo>
                  <a:lnTo>
                    <a:pt x="0" y="36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1131D267-1821-2C76-5036-20751FCCCFEC}"/>
                </a:ext>
              </a:extLst>
            </p:cNvPr>
            <p:cNvSpPr>
              <a:spLocks noEditPoints="1"/>
            </p:cNvSpPr>
            <p:nvPr/>
          </p:nvSpPr>
          <p:spPr bwMode="auto">
            <a:xfrm>
              <a:off x="2425" y="985"/>
              <a:ext cx="335" cy="277"/>
            </a:xfrm>
            <a:custGeom>
              <a:avLst/>
              <a:gdLst>
                <a:gd name="T0" fmla="*/ 0 w 141"/>
                <a:gd name="T1" fmla="*/ 58 h 116"/>
                <a:gd name="T2" fmla="*/ 71 w 141"/>
                <a:gd name="T3" fmla="*/ 0 h 116"/>
                <a:gd name="T4" fmla="*/ 141 w 141"/>
                <a:gd name="T5" fmla="*/ 58 h 116"/>
                <a:gd name="T6" fmla="*/ 71 w 141"/>
                <a:gd name="T7" fmla="*/ 116 h 116"/>
                <a:gd name="T8" fmla="*/ 0 w 141"/>
                <a:gd name="T9" fmla="*/ 58 h 116"/>
                <a:gd name="T10" fmla="*/ 105 w 141"/>
                <a:gd name="T11" fmla="*/ 58 h 116"/>
                <a:gd name="T12" fmla="*/ 71 w 141"/>
                <a:gd name="T13" fmla="*/ 29 h 116"/>
                <a:gd name="T14" fmla="*/ 36 w 141"/>
                <a:gd name="T15" fmla="*/ 58 h 116"/>
                <a:gd name="T16" fmla="*/ 71 w 141"/>
                <a:gd name="T17" fmla="*/ 88 h 116"/>
                <a:gd name="T18" fmla="*/ 105 w 141"/>
                <a:gd name="T19"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 h="116">
                  <a:moveTo>
                    <a:pt x="0" y="58"/>
                  </a:moveTo>
                  <a:cubicBezTo>
                    <a:pt x="0" y="13"/>
                    <a:pt x="40" y="0"/>
                    <a:pt x="71" y="0"/>
                  </a:cubicBezTo>
                  <a:cubicBezTo>
                    <a:pt x="101" y="0"/>
                    <a:pt x="141" y="13"/>
                    <a:pt x="141" y="58"/>
                  </a:cubicBezTo>
                  <a:cubicBezTo>
                    <a:pt x="141" y="103"/>
                    <a:pt x="101" y="116"/>
                    <a:pt x="71" y="116"/>
                  </a:cubicBezTo>
                  <a:cubicBezTo>
                    <a:pt x="40" y="116"/>
                    <a:pt x="0" y="103"/>
                    <a:pt x="0" y="58"/>
                  </a:cubicBezTo>
                  <a:close/>
                  <a:moveTo>
                    <a:pt x="105" y="58"/>
                  </a:moveTo>
                  <a:cubicBezTo>
                    <a:pt x="105" y="40"/>
                    <a:pt x="91" y="29"/>
                    <a:pt x="71" y="29"/>
                  </a:cubicBezTo>
                  <a:cubicBezTo>
                    <a:pt x="50" y="29"/>
                    <a:pt x="36" y="39"/>
                    <a:pt x="36" y="58"/>
                  </a:cubicBezTo>
                  <a:cubicBezTo>
                    <a:pt x="36" y="76"/>
                    <a:pt x="50" y="88"/>
                    <a:pt x="71" y="88"/>
                  </a:cubicBezTo>
                  <a:cubicBezTo>
                    <a:pt x="91" y="88"/>
                    <a:pt x="105" y="77"/>
                    <a:pt x="105"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8C0755E0-BE7C-0F81-337E-A9E2A6098429}"/>
                </a:ext>
              </a:extLst>
            </p:cNvPr>
            <p:cNvSpPr>
              <a:spLocks/>
            </p:cNvSpPr>
            <p:nvPr/>
          </p:nvSpPr>
          <p:spPr bwMode="auto">
            <a:xfrm>
              <a:off x="2824" y="985"/>
              <a:ext cx="216" cy="272"/>
            </a:xfrm>
            <a:custGeom>
              <a:avLst/>
              <a:gdLst>
                <a:gd name="T0" fmla="*/ 0 w 91"/>
                <a:gd name="T1" fmla="*/ 2 h 114"/>
                <a:gd name="T2" fmla="*/ 36 w 91"/>
                <a:gd name="T3" fmla="*/ 2 h 114"/>
                <a:gd name="T4" fmla="*/ 36 w 91"/>
                <a:gd name="T5" fmla="*/ 20 h 114"/>
                <a:gd name="T6" fmla="*/ 90 w 91"/>
                <a:gd name="T7" fmla="*/ 0 h 114"/>
                <a:gd name="T8" fmla="*/ 91 w 91"/>
                <a:gd name="T9" fmla="*/ 0 h 114"/>
                <a:gd name="T10" fmla="*/ 91 w 91"/>
                <a:gd name="T11" fmla="*/ 33 h 114"/>
                <a:gd name="T12" fmla="*/ 81 w 91"/>
                <a:gd name="T13" fmla="*/ 32 h 114"/>
                <a:gd name="T14" fmla="*/ 36 w 91"/>
                <a:gd name="T15" fmla="*/ 45 h 114"/>
                <a:gd name="T16" fmla="*/ 36 w 91"/>
                <a:gd name="T17" fmla="*/ 114 h 114"/>
                <a:gd name="T18" fmla="*/ 0 w 91"/>
                <a:gd name="T19" fmla="*/ 114 h 114"/>
                <a:gd name="T20" fmla="*/ 0 w 91"/>
                <a:gd name="T21" fmla="*/ 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114">
                  <a:moveTo>
                    <a:pt x="0" y="2"/>
                  </a:moveTo>
                  <a:cubicBezTo>
                    <a:pt x="36" y="2"/>
                    <a:pt x="36" y="2"/>
                    <a:pt x="36" y="2"/>
                  </a:cubicBezTo>
                  <a:cubicBezTo>
                    <a:pt x="36" y="20"/>
                    <a:pt x="36" y="20"/>
                    <a:pt x="36" y="20"/>
                  </a:cubicBezTo>
                  <a:cubicBezTo>
                    <a:pt x="43" y="11"/>
                    <a:pt x="58" y="0"/>
                    <a:pt x="90" y="0"/>
                  </a:cubicBezTo>
                  <a:cubicBezTo>
                    <a:pt x="91" y="0"/>
                    <a:pt x="91" y="0"/>
                    <a:pt x="91" y="0"/>
                  </a:cubicBezTo>
                  <a:cubicBezTo>
                    <a:pt x="91" y="33"/>
                    <a:pt x="91" y="33"/>
                    <a:pt x="91" y="33"/>
                  </a:cubicBezTo>
                  <a:cubicBezTo>
                    <a:pt x="90" y="33"/>
                    <a:pt x="84" y="32"/>
                    <a:pt x="81" y="32"/>
                  </a:cubicBezTo>
                  <a:cubicBezTo>
                    <a:pt x="57" y="32"/>
                    <a:pt x="42" y="39"/>
                    <a:pt x="36" y="45"/>
                  </a:cubicBezTo>
                  <a:cubicBezTo>
                    <a:pt x="36" y="114"/>
                    <a:pt x="36" y="114"/>
                    <a:pt x="36" y="114"/>
                  </a:cubicBezTo>
                  <a:cubicBezTo>
                    <a:pt x="0" y="114"/>
                    <a:pt x="0" y="114"/>
                    <a:pt x="0" y="114"/>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EB9E4643-28E4-CDC8-88DF-B63C87D152F5}"/>
                </a:ext>
              </a:extLst>
            </p:cNvPr>
            <p:cNvSpPr>
              <a:spLocks noEditPoints="1"/>
            </p:cNvSpPr>
            <p:nvPr/>
          </p:nvSpPr>
          <p:spPr bwMode="auto">
            <a:xfrm>
              <a:off x="3069" y="985"/>
              <a:ext cx="325" cy="277"/>
            </a:xfrm>
            <a:custGeom>
              <a:avLst/>
              <a:gdLst>
                <a:gd name="T0" fmla="*/ 70 w 137"/>
                <a:gd name="T1" fmla="*/ 116 h 116"/>
                <a:gd name="T2" fmla="*/ 0 w 137"/>
                <a:gd name="T3" fmla="*/ 58 h 116"/>
                <a:gd name="T4" fmla="*/ 70 w 137"/>
                <a:gd name="T5" fmla="*/ 0 h 116"/>
                <a:gd name="T6" fmla="*/ 137 w 137"/>
                <a:gd name="T7" fmla="*/ 63 h 116"/>
                <a:gd name="T8" fmla="*/ 137 w 137"/>
                <a:gd name="T9" fmla="*/ 69 h 116"/>
                <a:gd name="T10" fmla="*/ 36 w 137"/>
                <a:gd name="T11" fmla="*/ 69 h 116"/>
                <a:gd name="T12" fmla="*/ 71 w 137"/>
                <a:gd name="T13" fmla="*/ 90 h 116"/>
                <a:gd name="T14" fmla="*/ 103 w 137"/>
                <a:gd name="T15" fmla="*/ 77 h 116"/>
                <a:gd name="T16" fmla="*/ 134 w 137"/>
                <a:gd name="T17" fmla="*/ 88 h 116"/>
                <a:gd name="T18" fmla="*/ 70 w 137"/>
                <a:gd name="T19" fmla="*/ 116 h 116"/>
                <a:gd name="T20" fmla="*/ 37 w 137"/>
                <a:gd name="T21" fmla="*/ 46 h 116"/>
                <a:gd name="T22" fmla="*/ 102 w 137"/>
                <a:gd name="T23" fmla="*/ 46 h 116"/>
                <a:gd name="T24" fmla="*/ 70 w 137"/>
                <a:gd name="T25" fmla="*/ 26 h 116"/>
                <a:gd name="T26" fmla="*/ 37 w 137"/>
                <a:gd name="T27" fmla="*/ 4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 h="116">
                  <a:moveTo>
                    <a:pt x="70" y="116"/>
                  </a:moveTo>
                  <a:cubicBezTo>
                    <a:pt x="35" y="116"/>
                    <a:pt x="0" y="102"/>
                    <a:pt x="0" y="58"/>
                  </a:cubicBezTo>
                  <a:cubicBezTo>
                    <a:pt x="0" y="14"/>
                    <a:pt x="39" y="0"/>
                    <a:pt x="70" y="0"/>
                  </a:cubicBezTo>
                  <a:cubicBezTo>
                    <a:pt x="100" y="0"/>
                    <a:pt x="137" y="9"/>
                    <a:pt x="137" y="63"/>
                  </a:cubicBezTo>
                  <a:cubicBezTo>
                    <a:pt x="137" y="69"/>
                    <a:pt x="137" y="69"/>
                    <a:pt x="137" y="69"/>
                  </a:cubicBezTo>
                  <a:cubicBezTo>
                    <a:pt x="36" y="69"/>
                    <a:pt x="36" y="69"/>
                    <a:pt x="36" y="69"/>
                  </a:cubicBezTo>
                  <a:cubicBezTo>
                    <a:pt x="41" y="85"/>
                    <a:pt x="56" y="90"/>
                    <a:pt x="71" y="90"/>
                  </a:cubicBezTo>
                  <a:cubicBezTo>
                    <a:pt x="87" y="90"/>
                    <a:pt x="98" y="87"/>
                    <a:pt x="103" y="77"/>
                  </a:cubicBezTo>
                  <a:cubicBezTo>
                    <a:pt x="134" y="88"/>
                    <a:pt x="134" y="88"/>
                    <a:pt x="134" y="88"/>
                  </a:cubicBezTo>
                  <a:cubicBezTo>
                    <a:pt x="124" y="105"/>
                    <a:pt x="107" y="116"/>
                    <a:pt x="70" y="116"/>
                  </a:cubicBezTo>
                  <a:close/>
                  <a:moveTo>
                    <a:pt x="37" y="46"/>
                  </a:moveTo>
                  <a:cubicBezTo>
                    <a:pt x="102" y="46"/>
                    <a:pt x="102" y="46"/>
                    <a:pt x="102" y="46"/>
                  </a:cubicBezTo>
                  <a:cubicBezTo>
                    <a:pt x="99" y="31"/>
                    <a:pt x="88" y="26"/>
                    <a:pt x="70" y="26"/>
                  </a:cubicBezTo>
                  <a:cubicBezTo>
                    <a:pt x="59" y="26"/>
                    <a:pt x="42" y="31"/>
                    <a:pt x="3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D26B9B68-1914-5C30-2892-760FBCAFC264}"/>
                </a:ext>
              </a:extLst>
            </p:cNvPr>
            <p:cNvSpPr>
              <a:spLocks/>
            </p:cNvSpPr>
            <p:nvPr/>
          </p:nvSpPr>
          <p:spPr bwMode="auto">
            <a:xfrm>
              <a:off x="3432" y="985"/>
              <a:ext cx="306" cy="277"/>
            </a:xfrm>
            <a:custGeom>
              <a:avLst/>
              <a:gdLst>
                <a:gd name="T0" fmla="*/ 0 w 129"/>
                <a:gd name="T1" fmla="*/ 93 h 116"/>
                <a:gd name="T2" fmla="*/ 23 w 129"/>
                <a:gd name="T3" fmla="*/ 77 h 116"/>
                <a:gd name="T4" fmla="*/ 67 w 129"/>
                <a:gd name="T5" fmla="*/ 91 h 116"/>
                <a:gd name="T6" fmla="*/ 96 w 129"/>
                <a:gd name="T7" fmla="*/ 81 h 116"/>
                <a:gd name="T8" fmla="*/ 61 w 129"/>
                <a:gd name="T9" fmla="*/ 70 h 116"/>
                <a:gd name="T10" fmla="*/ 6 w 129"/>
                <a:gd name="T11" fmla="*/ 36 h 116"/>
                <a:gd name="T12" fmla="*/ 63 w 129"/>
                <a:gd name="T13" fmla="*/ 0 h 116"/>
                <a:gd name="T14" fmla="*/ 127 w 129"/>
                <a:gd name="T15" fmla="*/ 19 h 116"/>
                <a:gd name="T16" fmla="*/ 106 w 129"/>
                <a:gd name="T17" fmla="*/ 38 h 116"/>
                <a:gd name="T18" fmla="*/ 66 w 129"/>
                <a:gd name="T19" fmla="*/ 26 h 116"/>
                <a:gd name="T20" fmla="*/ 40 w 129"/>
                <a:gd name="T21" fmla="*/ 34 h 116"/>
                <a:gd name="T22" fmla="*/ 75 w 129"/>
                <a:gd name="T23" fmla="*/ 45 h 116"/>
                <a:gd name="T24" fmla="*/ 129 w 129"/>
                <a:gd name="T25" fmla="*/ 80 h 116"/>
                <a:gd name="T26" fmla="*/ 67 w 129"/>
                <a:gd name="T27" fmla="*/ 116 h 116"/>
                <a:gd name="T28" fmla="*/ 0 w 129"/>
                <a:gd name="T29" fmla="*/ 9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 h="116">
                  <a:moveTo>
                    <a:pt x="0" y="93"/>
                  </a:moveTo>
                  <a:cubicBezTo>
                    <a:pt x="23" y="77"/>
                    <a:pt x="23" y="77"/>
                    <a:pt x="23" y="77"/>
                  </a:cubicBezTo>
                  <a:cubicBezTo>
                    <a:pt x="30" y="85"/>
                    <a:pt x="44" y="91"/>
                    <a:pt x="67" y="91"/>
                  </a:cubicBezTo>
                  <a:cubicBezTo>
                    <a:pt x="87" y="91"/>
                    <a:pt x="96" y="88"/>
                    <a:pt x="96" y="81"/>
                  </a:cubicBezTo>
                  <a:cubicBezTo>
                    <a:pt x="96" y="74"/>
                    <a:pt x="85" y="73"/>
                    <a:pt x="61" y="70"/>
                  </a:cubicBezTo>
                  <a:cubicBezTo>
                    <a:pt x="34" y="67"/>
                    <a:pt x="6" y="62"/>
                    <a:pt x="6" y="36"/>
                  </a:cubicBezTo>
                  <a:cubicBezTo>
                    <a:pt x="6" y="10"/>
                    <a:pt x="34" y="0"/>
                    <a:pt x="63" y="0"/>
                  </a:cubicBezTo>
                  <a:cubicBezTo>
                    <a:pt x="98" y="0"/>
                    <a:pt x="117" y="9"/>
                    <a:pt x="127" y="19"/>
                  </a:cubicBezTo>
                  <a:cubicBezTo>
                    <a:pt x="106" y="38"/>
                    <a:pt x="106" y="38"/>
                    <a:pt x="106" y="38"/>
                  </a:cubicBezTo>
                  <a:cubicBezTo>
                    <a:pt x="98" y="31"/>
                    <a:pt x="84" y="26"/>
                    <a:pt x="66" y="26"/>
                  </a:cubicBezTo>
                  <a:cubicBezTo>
                    <a:pt x="47" y="26"/>
                    <a:pt x="40" y="29"/>
                    <a:pt x="40" y="34"/>
                  </a:cubicBezTo>
                  <a:cubicBezTo>
                    <a:pt x="40" y="42"/>
                    <a:pt x="52" y="43"/>
                    <a:pt x="75" y="45"/>
                  </a:cubicBezTo>
                  <a:cubicBezTo>
                    <a:pt x="104" y="49"/>
                    <a:pt x="129" y="54"/>
                    <a:pt x="129" y="80"/>
                  </a:cubicBezTo>
                  <a:cubicBezTo>
                    <a:pt x="129" y="105"/>
                    <a:pt x="107" y="116"/>
                    <a:pt x="67" y="116"/>
                  </a:cubicBezTo>
                  <a:cubicBezTo>
                    <a:pt x="29" y="116"/>
                    <a:pt x="8" y="106"/>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8">
              <a:extLst>
                <a:ext uri="{FF2B5EF4-FFF2-40B4-BE49-F238E27FC236}">
                  <a16:creationId xmlns:a16="http://schemas.microsoft.com/office/drawing/2014/main" id="{70588A7D-47E0-61BA-77D5-CCFF334DF6D5}"/>
                </a:ext>
              </a:extLst>
            </p:cNvPr>
            <p:cNvSpPr>
              <a:spLocks noEditPoints="1"/>
            </p:cNvSpPr>
            <p:nvPr/>
          </p:nvSpPr>
          <p:spPr bwMode="auto">
            <a:xfrm>
              <a:off x="3800" y="892"/>
              <a:ext cx="85" cy="365"/>
            </a:xfrm>
            <a:custGeom>
              <a:avLst/>
              <a:gdLst>
                <a:gd name="T0" fmla="*/ 0 w 85"/>
                <a:gd name="T1" fmla="*/ 0 h 365"/>
                <a:gd name="T2" fmla="*/ 42 w 85"/>
                <a:gd name="T3" fmla="*/ 0 h 365"/>
                <a:gd name="T4" fmla="*/ 85 w 85"/>
                <a:gd name="T5" fmla="*/ 0 h 365"/>
                <a:gd name="T6" fmla="*/ 85 w 85"/>
                <a:gd name="T7" fmla="*/ 67 h 365"/>
                <a:gd name="T8" fmla="*/ 0 w 85"/>
                <a:gd name="T9" fmla="*/ 67 h 365"/>
                <a:gd name="T10" fmla="*/ 0 w 85"/>
                <a:gd name="T11" fmla="*/ 0 h 365"/>
                <a:gd name="T12" fmla="*/ 0 w 85"/>
                <a:gd name="T13" fmla="*/ 98 h 365"/>
                <a:gd name="T14" fmla="*/ 85 w 85"/>
                <a:gd name="T15" fmla="*/ 98 h 365"/>
                <a:gd name="T16" fmla="*/ 85 w 85"/>
                <a:gd name="T17" fmla="*/ 365 h 365"/>
                <a:gd name="T18" fmla="*/ 0 w 85"/>
                <a:gd name="T19" fmla="*/ 365 h 365"/>
                <a:gd name="T20" fmla="*/ 0 w 85"/>
                <a:gd name="T21" fmla="*/ 203 h 365"/>
                <a:gd name="T22" fmla="*/ 0 w 85"/>
                <a:gd name="T23" fmla="*/ 98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365">
                  <a:moveTo>
                    <a:pt x="0" y="0"/>
                  </a:moveTo>
                  <a:lnTo>
                    <a:pt x="42" y="0"/>
                  </a:lnTo>
                  <a:lnTo>
                    <a:pt x="85" y="0"/>
                  </a:lnTo>
                  <a:lnTo>
                    <a:pt x="85" y="67"/>
                  </a:lnTo>
                  <a:lnTo>
                    <a:pt x="0" y="67"/>
                  </a:lnTo>
                  <a:lnTo>
                    <a:pt x="0" y="0"/>
                  </a:lnTo>
                  <a:close/>
                  <a:moveTo>
                    <a:pt x="0" y="98"/>
                  </a:moveTo>
                  <a:lnTo>
                    <a:pt x="85" y="98"/>
                  </a:lnTo>
                  <a:lnTo>
                    <a:pt x="85" y="365"/>
                  </a:lnTo>
                  <a:lnTo>
                    <a:pt x="0" y="365"/>
                  </a:lnTo>
                  <a:lnTo>
                    <a:pt x="0" y="203"/>
                  </a:lnTo>
                  <a:lnTo>
                    <a:pt x="0"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9">
              <a:extLst>
                <a:ext uri="{FF2B5EF4-FFF2-40B4-BE49-F238E27FC236}">
                  <a16:creationId xmlns:a16="http://schemas.microsoft.com/office/drawing/2014/main" id="{7C692E40-A24E-1939-D50C-713D5CCDBADB}"/>
                </a:ext>
              </a:extLst>
            </p:cNvPr>
            <p:cNvSpPr>
              <a:spLocks/>
            </p:cNvSpPr>
            <p:nvPr/>
          </p:nvSpPr>
          <p:spPr bwMode="auto">
            <a:xfrm>
              <a:off x="4355" y="888"/>
              <a:ext cx="306" cy="369"/>
            </a:xfrm>
            <a:custGeom>
              <a:avLst/>
              <a:gdLst>
                <a:gd name="T0" fmla="*/ 0 w 129"/>
                <a:gd name="T1" fmla="*/ 0 h 155"/>
                <a:gd name="T2" fmla="*/ 36 w 129"/>
                <a:gd name="T3" fmla="*/ 0 h 155"/>
                <a:gd name="T4" fmla="*/ 36 w 129"/>
                <a:gd name="T5" fmla="*/ 55 h 155"/>
                <a:gd name="T6" fmla="*/ 86 w 129"/>
                <a:gd name="T7" fmla="*/ 41 h 155"/>
                <a:gd name="T8" fmla="*/ 129 w 129"/>
                <a:gd name="T9" fmla="*/ 83 h 155"/>
                <a:gd name="T10" fmla="*/ 129 w 129"/>
                <a:gd name="T11" fmla="*/ 155 h 155"/>
                <a:gd name="T12" fmla="*/ 93 w 129"/>
                <a:gd name="T13" fmla="*/ 155 h 155"/>
                <a:gd name="T14" fmla="*/ 93 w 129"/>
                <a:gd name="T15" fmla="*/ 86 h 155"/>
                <a:gd name="T16" fmla="*/ 70 w 129"/>
                <a:gd name="T17" fmla="*/ 72 h 155"/>
                <a:gd name="T18" fmla="*/ 36 w 129"/>
                <a:gd name="T19" fmla="*/ 81 h 155"/>
                <a:gd name="T20" fmla="*/ 36 w 129"/>
                <a:gd name="T21" fmla="*/ 155 h 155"/>
                <a:gd name="T22" fmla="*/ 0 w 129"/>
                <a:gd name="T23" fmla="*/ 155 h 155"/>
                <a:gd name="T24" fmla="*/ 0 w 129"/>
                <a:gd name="T25"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55">
                  <a:moveTo>
                    <a:pt x="0" y="0"/>
                  </a:moveTo>
                  <a:cubicBezTo>
                    <a:pt x="36" y="0"/>
                    <a:pt x="36" y="0"/>
                    <a:pt x="36" y="0"/>
                  </a:cubicBezTo>
                  <a:cubicBezTo>
                    <a:pt x="36" y="55"/>
                    <a:pt x="36" y="55"/>
                    <a:pt x="36" y="55"/>
                  </a:cubicBezTo>
                  <a:cubicBezTo>
                    <a:pt x="42" y="50"/>
                    <a:pt x="61" y="41"/>
                    <a:pt x="86" y="41"/>
                  </a:cubicBezTo>
                  <a:cubicBezTo>
                    <a:pt x="110" y="41"/>
                    <a:pt x="129" y="52"/>
                    <a:pt x="129" y="83"/>
                  </a:cubicBezTo>
                  <a:cubicBezTo>
                    <a:pt x="129" y="155"/>
                    <a:pt x="129" y="155"/>
                    <a:pt x="129" y="155"/>
                  </a:cubicBezTo>
                  <a:cubicBezTo>
                    <a:pt x="93" y="155"/>
                    <a:pt x="93" y="155"/>
                    <a:pt x="93" y="155"/>
                  </a:cubicBezTo>
                  <a:cubicBezTo>
                    <a:pt x="93" y="86"/>
                    <a:pt x="93" y="86"/>
                    <a:pt x="93" y="86"/>
                  </a:cubicBezTo>
                  <a:cubicBezTo>
                    <a:pt x="93" y="77"/>
                    <a:pt x="87" y="72"/>
                    <a:pt x="70" y="72"/>
                  </a:cubicBezTo>
                  <a:cubicBezTo>
                    <a:pt x="56" y="72"/>
                    <a:pt x="42" y="76"/>
                    <a:pt x="36" y="81"/>
                  </a:cubicBezTo>
                  <a:cubicBezTo>
                    <a:pt x="36" y="155"/>
                    <a:pt x="36" y="155"/>
                    <a:pt x="36" y="155"/>
                  </a:cubicBezTo>
                  <a:cubicBezTo>
                    <a:pt x="0" y="155"/>
                    <a:pt x="0" y="155"/>
                    <a:pt x="0" y="155"/>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0">
              <a:extLst>
                <a:ext uri="{FF2B5EF4-FFF2-40B4-BE49-F238E27FC236}">
                  <a16:creationId xmlns:a16="http://schemas.microsoft.com/office/drawing/2014/main" id="{C2853250-AA1E-BC91-D222-390227F6395E}"/>
                </a:ext>
              </a:extLst>
            </p:cNvPr>
            <p:cNvSpPr>
              <a:spLocks/>
            </p:cNvSpPr>
            <p:nvPr/>
          </p:nvSpPr>
          <p:spPr bwMode="auto">
            <a:xfrm>
              <a:off x="4709" y="900"/>
              <a:ext cx="259" cy="357"/>
            </a:xfrm>
            <a:custGeom>
              <a:avLst/>
              <a:gdLst>
                <a:gd name="T0" fmla="*/ 31 w 109"/>
                <a:gd name="T1" fmla="*/ 114 h 150"/>
                <a:gd name="T2" fmla="*/ 31 w 109"/>
                <a:gd name="T3" fmla="*/ 65 h 150"/>
                <a:gd name="T4" fmla="*/ 0 w 109"/>
                <a:gd name="T5" fmla="*/ 65 h 150"/>
                <a:gd name="T6" fmla="*/ 0 w 109"/>
                <a:gd name="T7" fmla="*/ 38 h 150"/>
                <a:gd name="T8" fmla="*/ 31 w 109"/>
                <a:gd name="T9" fmla="*/ 38 h 150"/>
                <a:gd name="T10" fmla="*/ 31 w 109"/>
                <a:gd name="T11" fmla="*/ 0 h 150"/>
                <a:gd name="T12" fmla="*/ 67 w 109"/>
                <a:gd name="T13" fmla="*/ 0 h 150"/>
                <a:gd name="T14" fmla="*/ 67 w 109"/>
                <a:gd name="T15" fmla="*/ 38 h 150"/>
                <a:gd name="T16" fmla="*/ 109 w 109"/>
                <a:gd name="T17" fmla="*/ 38 h 150"/>
                <a:gd name="T18" fmla="*/ 109 w 109"/>
                <a:gd name="T19" fmla="*/ 65 h 150"/>
                <a:gd name="T20" fmla="*/ 67 w 109"/>
                <a:gd name="T21" fmla="*/ 65 h 150"/>
                <a:gd name="T22" fmla="*/ 67 w 109"/>
                <a:gd name="T23" fmla="*/ 123 h 150"/>
                <a:gd name="T24" fmla="*/ 84 w 109"/>
                <a:gd name="T25" fmla="*/ 123 h 150"/>
                <a:gd name="T26" fmla="*/ 106 w 109"/>
                <a:gd name="T27" fmla="*/ 123 h 150"/>
                <a:gd name="T28" fmla="*/ 106 w 109"/>
                <a:gd name="T29" fmla="*/ 150 h 150"/>
                <a:gd name="T30" fmla="*/ 71 w 109"/>
                <a:gd name="T31" fmla="*/ 150 h 150"/>
                <a:gd name="T32" fmla="*/ 31 w 109"/>
                <a:gd name="T33" fmla="*/ 11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9" h="150">
                  <a:moveTo>
                    <a:pt x="31" y="114"/>
                  </a:moveTo>
                  <a:cubicBezTo>
                    <a:pt x="31" y="65"/>
                    <a:pt x="31" y="65"/>
                    <a:pt x="31" y="65"/>
                  </a:cubicBezTo>
                  <a:cubicBezTo>
                    <a:pt x="0" y="65"/>
                    <a:pt x="0" y="65"/>
                    <a:pt x="0" y="65"/>
                  </a:cubicBezTo>
                  <a:cubicBezTo>
                    <a:pt x="0" y="38"/>
                    <a:pt x="0" y="38"/>
                    <a:pt x="0" y="38"/>
                  </a:cubicBezTo>
                  <a:cubicBezTo>
                    <a:pt x="31" y="38"/>
                    <a:pt x="31" y="38"/>
                    <a:pt x="31" y="38"/>
                  </a:cubicBezTo>
                  <a:cubicBezTo>
                    <a:pt x="31" y="0"/>
                    <a:pt x="31" y="0"/>
                    <a:pt x="31" y="0"/>
                  </a:cubicBezTo>
                  <a:cubicBezTo>
                    <a:pt x="67" y="0"/>
                    <a:pt x="67" y="0"/>
                    <a:pt x="67" y="0"/>
                  </a:cubicBezTo>
                  <a:cubicBezTo>
                    <a:pt x="67" y="38"/>
                    <a:pt x="67" y="38"/>
                    <a:pt x="67" y="38"/>
                  </a:cubicBezTo>
                  <a:cubicBezTo>
                    <a:pt x="109" y="38"/>
                    <a:pt x="109" y="38"/>
                    <a:pt x="109" y="38"/>
                  </a:cubicBezTo>
                  <a:cubicBezTo>
                    <a:pt x="109" y="65"/>
                    <a:pt x="109" y="65"/>
                    <a:pt x="109" y="65"/>
                  </a:cubicBezTo>
                  <a:cubicBezTo>
                    <a:pt x="67" y="65"/>
                    <a:pt x="67" y="65"/>
                    <a:pt x="67" y="65"/>
                  </a:cubicBezTo>
                  <a:cubicBezTo>
                    <a:pt x="67" y="123"/>
                    <a:pt x="67" y="123"/>
                    <a:pt x="67" y="123"/>
                  </a:cubicBezTo>
                  <a:cubicBezTo>
                    <a:pt x="84" y="123"/>
                    <a:pt x="84" y="123"/>
                    <a:pt x="84" y="123"/>
                  </a:cubicBezTo>
                  <a:cubicBezTo>
                    <a:pt x="106" y="123"/>
                    <a:pt x="106" y="123"/>
                    <a:pt x="106" y="123"/>
                  </a:cubicBezTo>
                  <a:cubicBezTo>
                    <a:pt x="106" y="150"/>
                    <a:pt x="106" y="150"/>
                    <a:pt x="106" y="150"/>
                  </a:cubicBezTo>
                  <a:cubicBezTo>
                    <a:pt x="106" y="150"/>
                    <a:pt x="86" y="150"/>
                    <a:pt x="71" y="150"/>
                  </a:cubicBezTo>
                  <a:cubicBezTo>
                    <a:pt x="40" y="150"/>
                    <a:pt x="31" y="136"/>
                    <a:pt x="31"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21">
              <a:extLst>
                <a:ext uri="{FF2B5EF4-FFF2-40B4-BE49-F238E27FC236}">
                  <a16:creationId xmlns:a16="http://schemas.microsoft.com/office/drawing/2014/main" id="{40A4B9B1-BC6C-7C19-0BD4-9285F9ED44D5}"/>
                </a:ext>
              </a:extLst>
            </p:cNvPr>
            <p:cNvSpPr>
              <a:spLocks noChangeArrowheads="1"/>
            </p:cNvSpPr>
            <p:nvPr/>
          </p:nvSpPr>
          <p:spPr bwMode="auto">
            <a:xfrm>
              <a:off x="514" y="1857"/>
              <a:ext cx="475"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2">
              <a:extLst>
                <a:ext uri="{FF2B5EF4-FFF2-40B4-BE49-F238E27FC236}">
                  <a16:creationId xmlns:a16="http://schemas.microsoft.com/office/drawing/2014/main" id="{FB4806C6-2871-2006-622C-1FB44CC29FC0}"/>
                </a:ext>
              </a:extLst>
            </p:cNvPr>
            <p:cNvSpPr>
              <a:spLocks noChangeArrowheads="1"/>
            </p:cNvSpPr>
            <p:nvPr/>
          </p:nvSpPr>
          <p:spPr bwMode="auto">
            <a:xfrm>
              <a:off x="232" y="1374"/>
              <a:ext cx="112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3">
              <a:extLst>
                <a:ext uri="{FF2B5EF4-FFF2-40B4-BE49-F238E27FC236}">
                  <a16:creationId xmlns:a16="http://schemas.microsoft.com/office/drawing/2014/main" id="{32A31311-4831-3C5B-D9F0-6E9D40FFE07C}"/>
                </a:ext>
              </a:extLst>
            </p:cNvPr>
            <p:cNvSpPr>
              <a:spLocks noChangeArrowheads="1"/>
            </p:cNvSpPr>
            <p:nvPr/>
          </p:nvSpPr>
          <p:spPr bwMode="auto">
            <a:xfrm>
              <a:off x="514" y="888"/>
              <a:ext cx="1208"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24">
              <a:extLst>
                <a:ext uri="{FF2B5EF4-FFF2-40B4-BE49-F238E27FC236}">
                  <a16:creationId xmlns:a16="http://schemas.microsoft.com/office/drawing/2014/main" id="{3D2AFD1E-95C3-6572-A1BC-FBA05C3B201D}"/>
                </a:ext>
              </a:extLst>
            </p:cNvPr>
            <p:cNvSpPr>
              <a:spLocks/>
            </p:cNvSpPr>
            <p:nvPr/>
          </p:nvSpPr>
          <p:spPr bwMode="auto">
            <a:xfrm>
              <a:off x="2057" y="1921"/>
              <a:ext cx="193" cy="296"/>
            </a:xfrm>
            <a:custGeom>
              <a:avLst/>
              <a:gdLst>
                <a:gd name="T0" fmla="*/ 74 w 81"/>
                <a:gd name="T1" fmla="*/ 67 h 124"/>
                <a:gd name="T2" fmla="*/ 79 w 81"/>
                <a:gd name="T3" fmla="*/ 76 h 124"/>
                <a:gd name="T4" fmla="*/ 81 w 81"/>
                <a:gd name="T5" fmla="*/ 88 h 124"/>
                <a:gd name="T6" fmla="*/ 69 w 81"/>
                <a:gd name="T7" fmla="*/ 113 h 124"/>
                <a:gd name="T8" fmla="*/ 41 w 81"/>
                <a:gd name="T9" fmla="*/ 124 h 124"/>
                <a:gd name="T10" fmla="*/ 25 w 81"/>
                <a:gd name="T11" fmla="*/ 121 h 124"/>
                <a:gd name="T12" fmla="*/ 11 w 81"/>
                <a:gd name="T13" fmla="*/ 115 h 124"/>
                <a:gd name="T14" fmla="*/ 8 w 81"/>
                <a:gd name="T15" fmla="*/ 121 h 124"/>
                <a:gd name="T16" fmla="*/ 1 w 81"/>
                <a:gd name="T17" fmla="*/ 121 h 124"/>
                <a:gd name="T18" fmla="*/ 0 w 81"/>
                <a:gd name="T19" fmla="*/ 81 h 124"/>
                <a:gd name="T20" fmla="*/ 7 w 81"/>
                <a:gd name="T21" fmla="*/ 81 h 124"/>
                <a:gd name="T22" fmla="*/ 11 w 81"/>
                <a:gd name="T23" fmla="*/ 94 h 124"/>
                <a:gd name="T24" fmla="*/ 19 w 81"/>
                <a:gd name="T25" fmla="*/ 106 h 124"/>
                <a:gd name="T26" fmla="*/ 29 w 81"/>
                <a:gd name="T27" fmla="*/ 113 h 124"/>
                <a:gd name="T28" fmla="*/ 42 w 81"/>
                <a:gd name="T29" fmla="*/ 116 h 124"/>
                <a:gd name="T30" fmla="*/ 52 w 81"/>
                <a:gd name="T31" fmla="*/ 115 h 124"/>
                <a:gd name="T32" fmla="*/ 59 w 81"/>
                <a:gd name="T33" fmla="*/ 111 h 124"/>
                <a:gd name="T34" fmla="*/ 63 w 81"/>
                <a:gd name="T35" fmla="*/ 104 h 124"/>
                <a:gd name="T36" fmla="*/ 64 w 81"/>
                <a:gd name="T37" fmla="*/ 96 h 124"/>
                <a:gd name="T38" fmla="*/ 61 w 81"/>
                <a:gd name="T39" fmla="*/ 82 h 124"/>
                <a:gd name="T40" fmla="*/ 49 w 81"/>
                <a:gd name="T41" fmla="*/ 73 h 124"/>
                <a:gd name="T42" fmla="*/ 36 w 81"/>
                <a:gd name="T43" fmla="*/ 68 h 124"/>
                <a:gd name="T44" fmla="*/ 24 w 81"/>
                <a:gd name="T45" fmla="*/ 63 h 124"/>
                <a:gd name="T46" fmla="*/ 9 w 81"/>
                <a:gd name="T47" fmla="*/ 52 h 124"/>
                <a:gd name="T48" fmla="*/ 3 w 81"/>
                <a:gd name="T49" fmla="*/ 33 h 124"/>
                <a:gd name="T50" fmla="*/ 6 w 81"/>
                <a:gd name="T51" fmla="*/ 20 h 124"/>
                <a:gd name="T52" fmla="*/ 14 w 81"/>
                <a:gd name="T53" fmla="*/ 10 h 124"/>
                <a:gd name="T54" fmla="*/ 25 w 81"/>
                <a:gd name="T55" fmla="*/ 3 h 124"/>
                <a:gd name="T56" fmla="*/ 39 w 81"/>
                <a:gd name="T57" fmla="*/ 0 h 124"/>
                <a:gd name="T58" fmla="*/ 53 w 81"/>
                <a:gd name="T59" fmla="*/ 3 h 124"/>
                <a:gd name="T60" fmla="*/ 65 w 81"/>
                <a:gd name="T61" fmla="*/ 9 h 124"/>
                <a:gd name="T62" fmla="*/ 69 w 81"/>
                <a:gd name="T63" fmla="*/ 3 h 124"/>
                <a:gd name="T64" fmla="*/ 75 w 81"/>
                <a:gd name="T65" fmla="*/ 3 h 124"/>
                <a:gd name="T66" fmla="*/ 76 w 81"/>
                <a:gd name="T67" fmla="*/ 42 h 124"/>
                <a:gd name="T68" fmla="*/ 69 w 81"/>
                <a:gd name="T69" fmla="*/ 42 h 124"/>
                <a:gd name="T70" fmla="*/ 65 w 81"/>
                <a:gd name="T71" fmla="*/ 29 h 124"/>
                <a:gd name="T72" fmla="*/ 59 w 81"/>
                <a:gd name="T73" fmla="*/ 18 h 124"/>
                <a:gd name="T74" fmla="*/ 50 w 81"/>
                <a:gd name="T75" fmla="*/ 11 h 124"/>
                <a:gd name="T76" fmla="*/ 38 w 81"/>
                <a:gd name="T77" fmla="*/ 8 h 124"/>
                <a:gd name="T78" fmla="*/ 24 w 81"/>
                <a:gd name="T79" fmla="*/ 13 h 124"/>
                <a:gd name="T80" fmla="*/ 19 w 81"/>
                <a:gd name="T81" fmla="*/ 25 h 124"/>
                <a:gd name="T82" fmla="*/ 22 w 81"/>
                <a:gd name="T83" fmla="*/ 38 h 124"/>
                <a:gd name="T84" fmla="*/ 33 w 81"/>
                <a:gd name="T85" fmla="*/ 46 h 124"/>
                <a:gd name="T86" fmla="*/ 45 w 81"/>
                <a:gd name="T87" fmla="*/ 51 h 124"/>
                <a:gd name="T88" fmla="*/ 56 w 81"/>
                <a:gd name="T89" fmla="*/ 56 h 124"/>
                <a:gd name="T90" fmla="*/ 66 w 81"/>
                <a:gd name="T91" fmla="*/ 61 h 124"/>
                <a:gd name="T92" fmla="*/ 74 w 81"/>
                <a:gd name="T93" fmla="*/ 6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1" h="124">
                  <a:moveTo>
                    <a:pt x="74" y="67"/>
                  </a:moveTo>
                  <a:cubicBezTo>
                    <a:pt x="76" y="70"/>
                    <a:pt x="78" y="73"/>
                    <a:pt x="79" y="76"/>
                  </a:cubicBezTo>
                  <a:cubicBezTo>
                    <a:pt x="80" y="79"/>
                    <a:pt x="81" y="83"/>
                    <a:pt x="81" y="88"/>
                  </a:cubicBezTo>
                  <a:cubicBezTo>
                    <a:pt x="81" y="98"/>
                    <a:pt x="77" y="107"/>
                    <a:pt x="69" y="113"/>
                  </a:cubicBezTo>
                  <a:cubicBezTo>
                    <a:pt x="62" y="120"/>
                    <a:pt x="52" y="124"/>
                    <a:pt x="41" y="124"/>
                  </a:cubicBezTo>
                  <a:cubicBezTo>
                    <a:pt x="35" y="124"/>
                    <a:pt x="30" y="123"/>
                    <a:pt x="25" y="121"/>
                  </a:cubicBezTo>
                  <a:cubicBezTo>
                    <a:pt x="20" y="119"/>
                    <a:pt x="15" y="117"/>
                    <a:pt x="11" y="115"/>
                  </a:cubicBezTo>
                  <a:cubicBezTo>
                    <a:pt x="8" y="121"/>
                    <a:pt x="8" y="121"/>
                    <a:pt x="8" y="121"/>
                  </a:cubicBezTo>
                  <a:cubicBezTo>
                    <a:pt x="1" y="121"/>
                    <a:pt x="1" y="121"/>
                    <a:pt x="1" y="121"/>
                  </a:cubicBezTo>
                  <a:cubicBezTo>
                    <a:pt x="0" y="81"/>
                    <a:pt x="0" y="81"/>
                    <a:pt x="0" y="81"/>
                  </a:cubicBezTo>
                  <a:cubicBezTo>
                    <a:pt x="7" y="81"/>
                    <a:pt x="7" y="81"/>
                    <a:pt x="7" y="81"/>
                  </a:cubicBezTo>
                  <a:cubicBezTo>
                    <a:pt x="8" y="86"/>
                    <a:pt x="10" y="90"/>
                    <a:pt x="11" y="94"/>
                  </a:cubicBezTo>
                  <a:cubicBezTo>
                    <a:pt x="13" y="98"/>
                    <a:pt x="16" y="102"/>
                    <a:pt x="19" y="106"/>
                  </a:cubicBezTo>
                  <a:cubicBezTo>
                    <a:pt x="22" y="109"/>
                    <a:pt x="25" y="111"/>
                    <a:pt x="29" y="113"/>
                  </a:cubicBezTo>
                  <a:cubicBezTo>
                    <a:pt x="33" y="115"/>
                    <a:pt x="37" y="116"/>
                    <a:pt x="42" y="116"/>
                  </a:cubicBezTo>
                  <a:cubicBezTo>
                    <a:pt x="46" y="116"/>
                    <a:pt x="49" y="116"/>
                    <a:pt x="52" y="115"/>
                  </a:cubicBezTo>
                  <a:cubicBezTo>
                    <a:pt x="55" y="114"/>
                    <a:pt x="57" y="112"/>
                    <a:pt x="59" y="111"/>
                  </a:cubicBezTo>
                  <a:cubicBezTo>
                    <a:pt x="61" y="109"/>
                    <a:pt x="62" y="107"/>
                    <a:pt x="63" y="104"/>
                  </a:cubicBezTo>
                  <a:cubicBezTo>
                    <a:pt x="64" y="102"/>
                    <a:pt x="64" y="99"/>
                    <a:pt x="64" y="96"/>
                  </a:cubicBezTo>
                  <a:cubicBezTo>
                    <a:pt x="64" y="91"/>
                    <a:pt x="63" y="86"/>
                    <a:pt x="61" y="82"/>
                  </a:cubicBezTo>
                  <a:cubicBezTo>
                    <a:pt x="58" y="78"/>
                    <a:pt x="54" y="75"/>
                    <a:pt x="49" y="73"/>
                  </a:cubicBezTo>
                  <a:cubicBezTo>
                    <a:pt x="45" y="72"/>
                    <a:pt x="41" y="70"/>
                    <a:pt x="36" y="68"/>
                  </a:cubicBezTo>
                  <a:cubicBezTo>
                    <a:pt x="32" y="67"/>
                    <a:pt x="28" y="65"/>
                    <a:pt x="24" y="63"/>
                  </a:cubicBezTo>
                  <a:cubicBezTo>
                    <a:pt x="18" y="60"/>
                    <a:pt x="12" y="56"/>
                    <a:pt x="9" y="52"/>
                  </a:cubicBezTo>
                  <a:cubicBezTo>
                    <a:pt x="5" y="47"/>
                    <a:pt x="3" y="40"/>
                    <a:pt x="3" y="33"/>
                  </a:cubicBezTo>
                  <a:cubicBezTo>
                    <a:pt x="3" y="28"/>
                    <a:pt x="4" y="24"/>
                    <a:pt x="6" y="20"/>
                  </a:cubicBezTo>
                  <a:cubicBezTo>
                    <a:pt x="8" y="16"/>
                    <a:pt x="10" y="13"/>
                    <a:pt x="14" y="10"/>
                  </a:cubicBezTo>
                  <a:cubicBezTo>
                    <a:pt x="17" y="7"/>
                    <a:pt x="21" y="5"/>
                    <a:pt x="25" y="3"/>
                  </a:cubicBezTo>
                  <a:cubicBezTo>
                    <a:pt x="29" y="1"/>
                    <a:pt x="34" y="0"/>
                    <a:pt x="39" y="0"/>
                  </a:cubicBezTo>
                  <a:cubicBezTo>
                    <a:pt x="44" y="0"/>
                    <a:pt x="49" y="1"/>
                    <a:pt x="53" y="3"/>
                  </a:cubicBezTo>
                  <a:cubicBezTo>
                    <a:pt x="58" y="5"/>
                    <a:pt x="62" y="7"/>
                    <a:pt x="65" y="9"/>
                  </a:cubicBezTo>
                  <a:cubicBezTo>
                    <a:pt x="69" y="3"/>
                    <a:pt x="69" y="3"/>
                    <a:pt x="69" y="3"/>
                  </a:cubicBezTo>
                  <a:cubicBezTo>
                    <a:pt x="75" y="3"/>
                    <a:pt x="75" y="3"/>
                    <a:pt x="75" y="3"/>
                  </a:cubicBezTo>
                  <a:cubicBezTo>
                    <a:pt x="76" y="42"/>
                    <a:pt x="76" y="42"/>
                    <a:pt x="76" y="42"/>
                  </a:cubicBezTo>
                  <a:cubicBezTo>
                    <a:pt x="69" y="42"/>
                    <a:pt x="69" y="42"/>
                    <a:pt x="69" y="42"/>
                  </a:cubicBezTo>
                  <a:cubicBezTo>
                    <a:pt x="68" y="38"/>
                    <a:pt x="67" y="33"/>
                    <a:pt x="65" y="29"/>
                  </a:cubicBezTo>
                  <a:cubicBezTo>
                    <a:pt x="64" y="25"/>
                    <a:pt x="62" y="22"/>
                    <a:pt x="59" y="18"/>
                  </a:cubicBezTo>
                  <a:cubicBezTo>
                    <a:pt x="57" y="15"/>
                    <a:pt x="54" y="12"/>
                    <a:pt x="50" y="11"/>
                  </a:cubicBezTo>
                  <a:cubicBezTo>
                    <a:pt x="47" y="9"/>
                    <a:pt x="43" y="8"/>
                    <a:pt x="38" y="8"/>
                  </a:cubicBezTo>
                  <a:cubicBezTo>
                    <a:pt x="32" y="8"/>
                    <a:pt x="28" y="9"/>
                    <a:pt x="24" y="13"/>
                  </a:cubicBezTo>
                  <a:cubicBezTo>
                    <a:pt x="21" y="16"/>
                    <a:pt x="19" y="20"/>
                    <a:pt x="19" y="25"/>
                  </a:cubicBezTo>
                  <a:cubicBezTo>
                    <a:pt x="19" y="30"/>
                    <a:pt x="20" y="34"/>
                    <a:pt x="22" y="38"/>
                  </a:cubicBezTo>
                  <a:cubicBezTo>
                    <a:pt x="25" y="41"/>
                    <a:pt x="28" y="44"/>
                    <a:pt x="33" y="46"/>
                  </a:cubicBezTo>
                  <a:cubicBezTo>
                    <a:pt x="37" y="48"/>
                    <a:pt x="41" y="50"/>
                    <a:pt x="45" y="51"/>
                  </a:cubicBezTo>
                  <a:cubicBezTo>
                    <a:pt x="48" y="53"/>
                    <a:pt x="52" y="54"/>
                    <a:pt x="56" y="56"/>
                  </a:cubicBezTo>
                  <a:cubicBezTo>
                    <a:pt x="59" y="57"/>
                    <a:pt x="62" y="59"/>
                    <a:pt x="66" y="61"/>
                  </a:cubicBezTo>
                  <a:cubicBezTo>
                    <a:pt x="69" y="62"/>
                    <a:pt x="71" y="65"/>
                    <a:pt x="74"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25">
              <a:extLst>
                <a:ext uri="{FF2B5EF4-FFF2-40B4-BE49-F238E27FC236}">
                  <a16:creationId xmlns:a16="http://schemas.microsoft.com/office/drawing/2014/main" id="{A0074DD9-9313-C07D-91DA-D19444BACDCF}"/>
                </a:ext>
              </a:extLst>
            </p:cNvPr>
            <p:cNvSpPr>
              <a:spLocks noEditPoints="1"/>
            </p:cNvSpPr>
            <p:nvPr/>
          </p:nvSpPr>
          <p:spPr bwMode="auto">
            <a:xfrm>
              <a:off x="2269" y="2010"/>
              <a:ext cx="173" cy="204"/>
            </a:xfrm>
            <a:custGeom>
              <a:avLst/>
              <a:gdLst>
                <a:gd name="T0" fmla="*/ 73 w 73"/>
                <a:gd name="T1" fmla="*/ 65 h 86"/>
                <a:gd name="T2" fmla="*/ 59 w 73"/>
                <a:gd name="T3" fmla="*/ 80 h 86"/>
                <a:gd name="T4" fmla="*/ 39 w 73"/>
                <a:gd name="T5" fmla="*/ 86 h 86"/>
                <a:gd name="T6" fmla="*/ 22 w 73"/>
                <a:gd name="T7" fmla="*/ 83 h 86"/>
                <a:gd name="T8" fmla="*/ 9 w 73"/>
                <a:gd name="T9" fmla="*/ 73 h 86"/>
                <a:gd name="T10" fmla="*/ 2 w 73"/>
                <a:gd name="T11" fmla="*/ 59 h 86"/>
                <a:gd name="T12" fmla="*/ 0 w 73"/>
                <a:gd name="T13" fmla="*/ 42 h 86"/>
                <a:gd name="T14" fmla="*/ 2 w 73"/>
                <a:gd name="T15" fmla="*/ 27 h 86"/>
                <a:gd name="T16" fmla="*/ 10 w 73"/>
                <a:gd name="T17" fmla="*/ 13 h 86"/>
                <a:gd name="T18" fmla="*/ 21 w 73"/>
                <a:gd name="T19" fmla="*/ 3 h 86"/>
                <a:gd name="T20" fmla="*/ 37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6 w 73"/>
                <a:gd name="T33" fmla="*/ 41 h 86"/>
                <a:gd name="T34" fmla="*/ 18 w 73"/>
                <a:gd name="T35" fmla="*/ 55 h 86"/>
                <a:gd name="T36" fmla="*/ 23 w 73"/>
                <a:gd name="T37" fmla="*/ 67 h 86"/>
                <a:gd name="T38" fmla="*/ 31 w 73"/>
                <a:gd name="T39" fmla="*/ 74 h 86"/>
                <a:gd name="T40" fmla="*/ 44 w 73"/>
                <a:gd name="T41" fmla="*/ 77 h 86"/>
                <a:gd name="T42" fmla="*/ 56 w 73"/>
                <a:gd name="T43" fmla="*/ 74 h 86"/>
                <a:gd name="T44" fmla="*/ 67 w 73"/>
                <a:gd name="T45" fmla="*/ 61 h 86"/>
                <a:gd name="T46" fmla="*/ 73 w 73"/>
                <a:gd name="T47" fmla="*/ 65 h 86"/>
                <a:gd name="T48" fmla="*/ 54 w 73"/>
                <a:gd name="T49" fmla="*/ 34 h 86"/>
                <a:gd name="T50" fmla="*/ 53 w 73"/>
                <a:gd name="T51" fmla="*/ 24 h 86"/>
                <a:gd name="T52" fmla="*/ 51 w 73"/>
                <a:gd name="T53" fmla="*/ 15 h 86"/>
                <a:gd name="T54" fmla="*/ 46 w 73"/>
                <a:gd name="T55" fmla="*/ 9 h 86"/>
                <a:gd name="T56" fmla="*/ 37 w 73"/>
                <a:gd name="T57" fmla="*/ 6 h 86"/>
                <a:gd name="T58" fmla="*/ 23 w 73"/>
                <a:gd name="T59" fmla="*/ 13 h 86"/>
                <a:gd name="T60" fmla="*/ 16 w 73"/>
                <a:gd name="T61" fmla="*/ 34 h 86"/>
                <a:gd name="T62" fmla="*/ 54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6" y="86"/>
                    <a:pt x="39" y="86"/>
                  </a:cubicBezTo>
                  <a:cubicBezTo>
                    <a:pt x="32" y="86"/>
                    <a:pt x="27" y="85"/>
                    <a:pt x="22" y="83"/>
                  </a:cubicBezTo>
                  <a:cubicBezTo>
                    <a:pt x="17" y="80"/>
                    <a:pt x="12" y="77"/>
                    <a:pt x="9" y="73"/>
                  </a:cubicBezTo>
                  <a:cubicBezTo>
                    <a:pt x="6" y="69"/>
                    <a:pt x="4" y="65"/>
                    <a:pt x="2" y="59"/>
                  </a:cubicBezTo>
                  <a:cubicBezTo>
                    <a:pt x="0" y="54"/>
                    <a:pt x="0" y="48"/>
                    <a:pt x="0" y="42"/>
                  </a:cubicBezTo>
                  <a:cubicBezTo>
                    <a:pt x="0" y="37"/>
                    <a:pt x="1" y="32"/>
                    <a:pt x="2" y="27"/>
                  </a:cubicBezTo>
                  <a:cubicBezTo>
                    <a:pt x="4" y="22"/>
                    <a:pt x="6" y="17"/>
                    <a:pt x="10" y="13"/>
                  </a:cubicBezTo>
                  <a:cubicBezTo>
                    <a:pt x="13" y="9"/>
                    <a:pt x="17" y="6"/>
                    <a:pt x="21" y="3"/>
                  </a:cubicBezTo>
                  <a:cubicBezTo>
                    <a:pt x="26" y="1"/>
                    <a:pt x="31" y="0"/>
                    <a:pt x="37" y="0"/>
                  </a:cubicBezTo>
                  <a:cubicBezTo>
                    <a:pt x="43" y="0"/>
                    <a:pt x="48" y="1"/>
                    <a:pt x="53" y="3"/>
                  </a:cubicBezTo>
                  <a:cubicBezTo>
                    <a:pt x="57" y="4"/>
                    <a:pt x="60" y="7"/>
                    <a:pt x="63" y="10"/>
                  </a:cubicBezTo>
                  <a:cubicBezTo>
                    <a:pt x="66" y="13"/>
                    <a:pt x="67" y="17"/>
                    <a:pt x="69" y="21"/>
                  </a:cubicBezTo>
                  <a:cubicBezTo>
                    <a:pt x="70" y="26"/>
                    <a:pt x="71" y="30"/>
                    <a:pt x="71" y="35"/>
                  </a:cubicBezTo>
                  <a:cubicBezTo>
                    <a:pt x="71" y="41"/>
                    <a:pt x="71" y="41"/>
                    <a:pt x="71" y="41"/>
                  </a:cubicBezTo>
                  <a:cubicBezTo>
                    <a:pt x="16" y="41"/>
                    <a:pt x="16" y="41"/>
                    <a:pt x="16" y="41"/>
                  </a:cubicBezTo>
                  <a:cubicBezTo>
                    <a:pt x="16" y="46"/>
                    <a:pt x="17" y="51"/>
                    <a:pt x="18" y="55"/>
                  </a:cubicBezTo>
                  <a:cubicBezTo>
                    <a:pt x="19" y="60"/>
                    <a:pt x="20" y="63"/>
                    <a:pt x="23" y="67"/>
                  </a:cubicBezTo>
                  <a:cubicBezTo>
                    <a:pt x="25" y="70"/>
                    <a:pt x="28" y="73"/>
                    <a:pt x="31" y="74"/>
                  </a:cubicBezTo>
                  <a:cubicBezTo>
                    <a:pt x="35" y="76"/>
                    <a:pt x="39" y="77"/>
                    <a:pt x="44" y="77"/>
                  </a:cubicBezTo>
                  <a:cubicBezTo>
                    <a:pt x="49" y="77"/>
                    <a:pt x="53" y="76"/>
                    <a:pt x="56" y="74"/>
                  </a:cubicBezTo>
                  <a:cubicBezTo>
                    <a:pt x="60" y="71"/>
                    <a:pt x="63" y="67"/>
                    <a:pt x="67" y="61"/>
                  </a:cubicBezTo>
                  <a:lnTo>
                    <a:pt x="73" y="65"/>
                  </a:lnTo>
                  <a:close/>
                  <a:moveTo>
                    <a:pt x="54" y="34"/>
                  </a:moveTo>
                  <a:cubicBezTo>
                    <a:pt x="54" y="30"/>
                    <a:pt x="54" y="27"/>
                    <a:pt x="53" y="24"/>
                  </a:cubicBezTo>
                  <a:cubicBezTo>
                    <a:pt x="53" y="20"/>
                    <a:pt x="52" y="17"/>
                    <a:pt x="51" y="15"/>
                  </a:cubicBezTo>
                  <a:cubicBezTo>
                    <a:pt x="50" y="12"/>
                    <a:pt x="48" y="10"/>
                    <a:pt x="46" y="9"/>
                  </a:cubicBezTo>
                  <a:cubicBezTo>
                    <a:pt x="43" y="7"/>
                    <a:pt x="41" y="6"/>
                    <a:pt x="37" y="6"/>
                  </a:cubicBezTo>
                  <a:cubicBezTo>
                    <a:pt x="31" y="6"/>
                    <a:pt x="26" y="9"/>
                    <a:pt x="23" y="13"/>
                  </a:cubicBezTo>
                  <a:cubicBezTo>
                    <a:pt x="19" y="18"/>
                    <a:pt x="17" y="25"/>
                    <a:pt x="16" y="34"/>
                  </a:cubicBezTo>
                  <a:lnTo>
                    <a:pt x="5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6">
              <a:extLst>
                <a:ext uri="{FF2B5EF4-FFF2-40B4-BE49-F238E27FC236}">
                  <a16:creationId xmlns:a16="http://schemas.microsoft.com/office/drawing/2014/main" id="{928D4506-C74F-AD6A-4DEC-F7818A88E42A}"/>
                </a:ext>
              </a:extLst>
            </p:cNvPr>
            <p:cNvSpPr>
              <a:spLocks noEditPoints="1"/>
            </p:cNvSpPr>
            <p:nvPr/>
          </p:nvSpPr>
          <p:spPr bwMode="auto">
            <a:xfrm>
              <a:off x="2451" y="2010"/>
              <a:ext cx="174" cy="204"/>
            </a:xfrm>
            <a:custGeom>
              <a:avLst/>
              <a:gdLst>
                <a:gd name="T0" fmla="*/ 73 w 73"/>
                <a:gd name="T1" fmla="*/ 65 h 86"/>
                <a:gd name="T2" fmla="*/ 59 w 73"/>
                <a:gd name="T3" fmla="*/ 80 h 86"/>
                <a:gd name="T4" fmla="*/ 39 w 73"/>
                <a:gd name="T5" fmla="*/ 86 h 86"/>
                <a:gd name="T6" fmla="*/ 22 w 73"/>
                <a:gd name="T7" fmla="*/ 83 h 86"/>
                <a:gd name="T8" fmla="*/ 10 w 73"/>
                <a:gd name="T9" fmla="*/ 73 h 86"/>
                <a:gd name="T10" fmla="*/ 2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3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1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1 w 73"/>
                <a:gd name="T53" fmla="*/ 15 h 86"/>
                <a:gd name="T54" fmla="*/ 46 w 73"/>
                <a:gd name="T55" fmla="*/ 9 h 86"/>
                <a:gd name="T56" fmla="*/ 37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69" y="71"/>
                    <a:pt x="65" y="77"/>
                    <a:pt x="59" y="80"/>
                  </a:cubicBezTo>
                  <a:cubicBezTo>
                    <a:pt x="53" y="84"/>
                    <a:pt x="47" y="86"/>
                    <a:pt x="39" y="86"/>
                  </a:cubicBezTo>
                  <a:cubicBezTo>
                    <a:pt x="33" y="86"/>
                    <a:pt x="27" y="85"/>
                    <a:pt x="22" y="83"/>
                  </a:cubicBezTo>
                  <a:cubicBezTo>
                    <a:pt x="17" y="80"/>
                    <a:pt x="13" y="77"/>
                    <a:pt x="10" y="73"/>
                  </a:cubicBezTo>
                  <a:cubicBezTo>
                    <a:pt x="6" y="69"/>
                    <a:pt x="4" y="65"/>
                    <a:pt x="2" y="59"/>
                  </a:cubicBezTo>
                  <a:cubicBezTo>
                    <a:pt x="1" y="54"/>
                    <a:pt x="0" y="48"/>
                    <a:pt x="0" y="42"/>
                  </a:cubicBezTo>
                  <a:cubicBezTo>
                    <a:pt x="0" y="37"/>
                    <a:pt x="1" y="32"/>
                    <a:pt x="3" y="27"/>
                  </a:cubicBezTo>
                  <a:cubicBezTo>
                    <a:pt x="4" y="22"/>
                    <a:pt x="7" y="17"/>
                    <a:pt x="10" y="13"/>
                  </a:cubicBezTo>
                  <a:cubicBezTo>
                    <a:pt x="13" y="9"/>
                    <a:pt x="17" y="6"/>
                    <a:pt x="22" y="3"/>
                  </a:cubicBezTo>
                  <a:cubicBezTo>
                    <a:pt x="26" y="1"/>
                    <a:pt x="32" y="0"/>
                    <a:pt x="38" y="0"/>
                  </a:cubicBezTo>
                  <a:cubicBezTo>
                    <a:pt x="44" y="0"/>
                    <a:pt x="49" y="1"/>
                    <a:pt x="53" y="3"/>
                  </a:cubicBezTo>
                  <a:cubicBezTo>
                    <a:pt x="57" y="4"/>
                    <a:pt x="61" y="7"/>
                    <a:pt x="63" y="10"/>
                  </a:cubicBezTo>
                  <a:cubicBezTo>
                    <a:pt x="66" y="13"/>
                    <a:pt x="68" y="17"/>
                    <a:pt x="69" y="21"/>
                  </a:cubicBezTo>
                  <a:cubicBezTo>
                    <a:pt x="70"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1" y="74"/>
                  </a:cubicBezTo>
                  <a:cubicBezTo>
                    <a:pt x="35" y="76"/>
                    <a:pt x="39" y="77"/>
                    <a:pt x="44" y="77"/>
                  </a:cubicBezTo>
                  <a:cubicBezTo>
                    <a:pt x="49" y="77"/>
                    <a:pt x="53" y="76"/>
                    <a:pt x="57" y="74"/>
                  </a:cubicBezTo>
                  <a:cubicBezTo>
                    <a:pt x="60" y="71"/>
                    <a:pt x="64" y="67"/>
                    <a:pt x="67" y="61"/>
                  </a:cubicBezTo>
                  <a:lnTo>
                    <a:pt x="73" y="65"/>
                  </a:lnTo>
                  <a:close/>
                  <a:moveTo>
                    <a:pt x="55" y="34"/>
                  </a:moveTo>
                  <a:cubicBezTo>
                    <a:pt x="55" y="30"/>
                    <a:pt x="54" y="27"/>
                    <a:pt x="54" y="24"/>
                  </a:cubicBezTo>
                  <a:cubicBezTo>
                    <a:pt x="53" y="20"/>
                    <a:pt x="52" y="17"/>
                    <a:pt x="51" y="15"/>
                  </a:cubicBezTo>
                  <a:cubicBezTo>
                    <a:pt x="50" y="12"/>
                    <a:pt x="48" y="10"/>
                    <a:pt x="46" y="9"/>
                  </a:cubicBezTo>
                  <a:cubicBezTo>
                    <a:pt x="44" y="7"/>
                    <a:pt x="41" y="6"/>
                    <a:pt x="37"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7">
              <a:extLst>
                <a:ext uri="{FF2B5EF4-FFF2-40B4-BE49-F238E27FC236}">
                  <a16:creationId xmlns:a16="http://schemas.microsoft.com/office/drawing/2014/main" id="{7D3AE878-E66D-E995-6418-B9F2DCB7EE19}"/>
                </a:ext>
              </a:extLst>
            </p:cNvPr>
            <p:cNvSpPr>
              <a:spLocks noEditPoints="1"/>
            </p:cNvSpPr>
            <p:nvPr/>
          </p:nvSpPr>
          <p:spPr bwMode="auto">
            <a:xfrm>
              <a:off x="2641" y="1910"/>
              <a:ext cx="100" cy="300"/>
            </a:xfrm>
            <a:custGeom>
              <a:avLst/>
              <a:gdLst>
                <a:gd name="T0" fmla="*/ 42 w 42"/>
                <a:gd name="T1" fmla="*/ 126 h 126"/>
                <a:gd name="T2" fmla="*/ 2 w 42"/>
                <a:gd name="T3" fmla="*/ 126 h 126"/>
                <a:gd name="T4" fmla="*/ 2 w 42"/>
                <a:gd name="T5" fmla="*/ 121 h 126"/>
                <a:gd name="T6" fmla="*/ 6 w 42"/>
                <a:gd name="T7" fmla="*/ 120 h 126"/>
                <a:gd name="T8" fmla="*/ 10 w 42"/>
                <a:gd name="T9" fmla="*/ 120 h 126"/>
                <a:gd name="T10" fmla="*/ 13 w 42"/>
                <a:gd name="T11" fmla="*/ 117 h 126"/>
                <a:gd name="T12" fmla="*/ 14 w 42"/>
                <a:gd name="T13" fmla="*/ 112 h 126"/>
                <a:gd name="T14" fmla="*/ 14 w 42"/>
                <a:gd name="T15" fmla="*/ 62 h 126"/>
                <a:gd name="T16" fmla="*/ 13 w 42"/>
                <a:gd name="T17" fmla="*/ 57 h 126"/>
                <a:gd name="T18" fmla="*/ 10 w 42"/>
                <a:gd name="T19" fmla="*/ 53 h 126"/>
                <a:gd name="T20" fmla="*/ 5 w 42"/>
                <a:gd name="T21" fmla="*/ 51 h 126"/>
                <a:gd name="T22" fmla="*/ 0 w 42"/>
                <a:gd name="T23" fmla="*/ 50 h 126"/>
                <a:gd name="T24" fmla="*/ 0 w 42"/>
                <a:gd name="T25" fmla="*/ 45 h 126"/>
                <a:gd name="T26" fmla="*/ 28 w 42"/>
                <a:gd name="T27" fmla="*/ 43 h 126"/>
                <a:gd name="T28" fmla="*/ 30 w 42"/>
                <a:gd name="T29" fmla="*/ 44 h 126"/>
                <a:gd name="T30" fmla="*/ 30 w 42"/>
                <a:gd name="T31" fmla="*/ 111 h 126"/>
                <a:gd name="T32" fmla="*/ 31 w 42"/>
                <a:gd name="T33" fmla="*/ 116 h 126"/>
                <a:gd name="T34" fmla="*/ 34 w 42"/>
                <a:gd name="T35" fmla="*/ 119 h 126"/>
                <a:gd name="T36" fmla="*/ 38 w 42"/>
                <a:gd name="T37" fmla="*/ 120 h 126"/>
                <a:gd name="T38" fmla="*/ 42 w 42"/>
                <a:gd name="T39" fmla="*/ 121 h 126"/>
                <a:gd name="T40" fmla="*/ 42 w 42"/>
                <a:gd name="T41" fmla="*/ 126 h 126"/>
                <a:gd name="T42" fmla="*/ 31 w 42"/>
                <a:gd name="T43" fmla="*/ 11 h 126"/>
                <a:gd name="T44" fmla="*/ 28 w 42"/>
                <a:gd name="T45" fmla="*/ 19 h 126"/>
                <a:gd name="T46" fmla="*/ 20 w 42"/>
                <a:gd name="T47" fmla="*/ 23 h 126"/>
                <a:gd name="T48" fmla="*/ 13 w 42"/>
                <a:gd name="T49" fmla="*/ 19 h 126"/>
                <a:gd name="T50" fmla="*/ 10 w 42"/>
                <a:gd name="T51" fmla="*/ 12 h 126"/>
                <a:gd name="T52" fmla="*/ 13 w 42"/>
                <a:gd name="T53" fmla="*/ 4 h 126"/>
                <a:gd name="T54" fmla="*/ 20 w 42"/>
                <a:gd name="T55" fmla="*/ 0 h 126"/>
                <a:gd name="T56" fmla="*/ 28 w 42"/>
                <a:gd name="T57" fmla="*/ 3 h 126"/>
                <a:gd name="T58" fmla="*/ 31 w 42"/>
                <a:gd name="T59"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2" h="126">
                  <a:moveTo>
                    <a:pt x="42" y="126"/>
                  </a:moveTo>
                  <a:cubicBezTo>
                    <a:pt x="2" y="126"/>
                    <a:pt x="2" y="126"/>
                    <a:pt x="2" y="126"/>
                  </a:cubicBezTo>
                  <a:cubicBezTo>
                    <a:pt x="2" y="121"/>
                    <a:pt x="2" y="121"/>
                    <a:pt x="2" y="121"/>
                  </a:cubicBezTo>
                  <a:cubicBezTo>
                    <a:pt x="3" y="121"/>
                    <a:pt x="5" y="120"/>
                    <a:pt x="6" y="120"/>
                  </a:cubicBezTo>
                  <a:cubicBezTo>
                    <a:pt x="7" y="120"/>
                    <a:pt x="9" y="120"/>
                    <a:pt x="10" y="120"/>
                  </a:cubicBezTo>
                  <a:cubicBezTo>
                    <a:pt x="11" y="119"/>
                    <a:pt x="12" y="118"/>
                    <a:pt x="13" y="117"/>
                  </a:cubicBezTo>
                  <a:cubicBezTo>
                    <a:pt x="14" y="116"/>
                    <a:pt x="14" y="114"/>
                    <a:pt x="14" y="112"/>
                  </a:cubicBezTo>
                  <a:cubicBezTo>
                    <a:pt x="14" y="62"/>
                    <a:pt x="14" y="62"/>
                    <a:pt x="14" y="62"/>
                  </a:cubicBezTo>
                  <a:cubicBezTo>
                    <a:pt x="14" y="60"/>
                    <a:pt x="14" y="58"/>
                    <a:pt x="13" y="57"/>
                  </a:cubicBezTo>
                  <a:cubicBezTo>
                    <a:pt x="12" y="55"/>
                    <a:pt x="11" y="54"/>
                    <a:pt x="10" y="53"/>
                  </a:cubicBezTo>
                  <a:cubicBezTo>
                    <a:pt x="9" y="52"/>
                    <a:pt x="7" y="52"/>
                    <a:pt x="5" y="51"/>
                  </a:cubicBezTo>
                  <a:cubicBezTo>
                    <a:pt x="3" y="51"/>
                    <a:pt x="1" y="51"/>
                    <a:pt x="0" y="50"/>
                  </a:cubicBezTo>
                  <a:cubicBezTo>
                    <a:pt x="0" y="45"/>
                    <a:pt x="0" y="45"/>
                    <a:pt x="0" y="45"/>
                  </a:cubicBezTo>
                  <a:cubicBezTo>
                    <a:pt x="28" y="43"/>
                    <a:pt x="28" y="43"/>
                    <a:pt x="28" y="43"/>
                  </a:cubicBezTo>
                  <a:cubicBezTo>
                    <a:pt x="30" y="44"/>
                    <a:pt x="30" y="44"/>
                    <a:pt x="30" y="44"/>
                  </a:cubicBezTo>
                  <a:cubicBezTo>
                    <a:pt x="30" y="111"/>
                    <a:pt x="30" y="111"/>
                    <a:pt x="30" y="111"/>
                  </a:cubicBezTo>
                  <a:cubicBezTo>
                    <a:pt x="30" y="113"/>
                    <a:pt x="30" y="115"/>
                    <a:pt x="31" y="116"/>
                  </a:cubicBezTo>
                  <a:cubicBezTo>
                    <a:pt x="31" y="117"/>
                    <a:pt x="33" y="118"/>
                    <a:pt x="34" y="119"/>
                  </a:cubicBezTo>
                  <a:cubicBezTo>
                    <a:pt x="35" y="119"/>
                    <a:pt x="37" y="120"/>
                    <a:pt x="38" y="120"/>
                  </a:cubicBezTo>
                  <a:cubicBezTo>
                    <a:pt x="39" y="120"/>
                    <a:pt x="40" y="121"/>
                    <a:pt x="42" y="121"/>
                  </a:cubicBezTo>
                  <a:lnTo>
                    <a:pt x="42" y="126"/>
                  </a:lnTo>
                  <a:close/>
                  <a:moveTo>
                    <a:pt x="31" y="11"/>
                  </a:moveTo>
                  <a:cubicBezTo>
                    <a:pt x="31" y="14"/>
                    <a:pt x="30" y="17"/>
                    <a:pt x="28" y="19"/>
                  </a:cubicBezTo>
                  <a:cubicBezTo>
                    <a:pt x="26" y="21"/>
                    <a:pt x="24" y="23"/>
                    <a:pt x="20" y="23"/>
                  </a:cubicBezTo>
                  <a:cubicBezTo>
                    <a:pt x="18" y="23"/>
                    <a:pt x="15" y="21"/>
                    <a:pt x="13" y="19"/>
                  </a:cubicBezTo>
                  <a:cubicBezTo>
                    <a:pt x="11" y="17"/>
                    <a:pt x="10" y="14"/>
                    <a:pt x="10" y="12"/>
                  </a:cubicBezTo>
                  <a:cubicBezTo>
                    <a:pt x="10" y="8"/>
                    <a:pt x="11" y="6"/>
                    <a:pt x="13" y="4"/>
                  </a:cubicBezTo>
                  <a:cubicBezTo>
                    <a:pt x="15" y="1"/>
                    <a:pt x="18" y="0"/>
                    <a:pt x="20" y="0"/>
                  </a:cubicBezTo>
                  <a:cubicBezTo>
                    <a:pt x="24" y="0"/>
                    <a:pt x="26" y="1"/>
                    <a:pt x="28" y="3"/>
                  </a:cubicBezTo>
                  <a:cubicBezTo>
                    <a:pt x="30" y="5"/>
                    <a:pt x="31" y="8"/>
                    <a:pt x="3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8">
              <a:extLst>
                <a:ext uri="{FF2B5EF4-FFF2-40B4-BE49-F238E27FC236}">
                  <a16:creationId xmlns:a16="http://schemas.microsoft.com/office/drawing/2014/main" id="{790ACFD2-7882-37F3-66AB-9B2B08745482}"/>
                </a:ext>
              </a:extLst>
            </p:cNvPr>
            <p:cNvSpPr>
              <a:spLocks/>
            </p:cNvSpPr>
            <p:nvPr/>
          </p:nvSpPr>
          <p:spPr bwMode="auto">
            <a:xfrm>
              <a:off x="2750"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7 w 91"/>
                <a:gd name="T35" fmla="*/ 78 h 84"/>
                <a:gd name="T36" fmla="*/ 41 w 91"/>
                <a:gd name="T37" fmla="*/ 79 h 84"/>
                <a:gd name="T38" fmla="*/ 41 w 91"/>
                <a:gd name="T39" fmla="*/ 84 h 84"/>
                <a:gd name="T40" fmla="*/ 1 w 91"/>
                <a:gd name="T41" fmla="*/ 84 h 84"/>
                <a:gd name="T42" fmla="*/ 1 w 91"/>
                <a:gd name="T43" fmla="*/ 79 h 84"/>
                <a:gd name="T44" fmla="*/ 5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9 w 91"/>
                <a:gd name="T71" fmla="*/ 14 h 84"/>
                <a:gd name="T72" fmla="*/ 34 w 91"/>
                <a:gd name="T73" fmla="*/ 9 h 84"/>
                <a:gd name="T74" fmla="*/ 39 w 91"/>
                <a:gd name="T75" fmla="*/ 5 h 84"/>
                <a:gd name="T76" fmla="*/ 46 w 91"/>
                <a:gd name="T77" fmla="*/ 1 h 84"/>
                <a:gd name="T78" fmla="*/ 56 w 91"/>
                <a:gd name="T79" fmla="*/ 0 h 84"/>
                <a:gd name="T80" fmla="*/ 74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1"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2" y="17"/>
                    <a:pt x="30" y="19"/>
                  </a:cubicBezTo>
                  <a:cubicBezTo>
                    <a:pt x="29" y="20"/>
                    <a:pt x="29" y="21"/>
                    <a:pt x="28" y="22"/>
                  </a:cubicBezTo>
                  <a:cubicBezTo>
                    <a:pt x="28" y="69"/>
                    <a:pt x="28" y="69"/>
                    <a:pt x="28" y="69"/>
                  </a:cubicBezTo>
                  <a:cubicBezTo>
                    <a:pt x="28" y="71"/>
                    <a:pt x="28" y="73"/>
                    <a:pt x="29" y="74"/>
                  </a:cubicBezTo>
                  <a:cubicBezTo>
                    <a:pt x="30" y="75"/>
                    <a:pt x="31" y="76"/>
                    <a:pt x="33" y="77"/>
                  </a:cubicBezTo>
                  <a:cubicBezTo>
                    <a:pt x="34" y="77"/>
                    <a:pt x="35" y="78"/>
                    <a:pt x="37" y="78"/>
                  </a:cubicBezTo>
                  <a:cubicBezTo>
                    <a:pt x="38" y="78"/>
                    <a:pt x="39" y="79"/>
                    <a:pt x="41" y="79"/>
                  </a:cubicBezTo>
                  <a:cubicBezTo>
                    <a:pt x="41" y="84"/>
                    <a:pt x="41" y="84"/>
                    <a:pt x="41" y="84"/>
                  </a:cubicBezTo>
                  <a:cubicBezTo>
                    <a:pt x="1" y="84"/>
                    <a:pt x="1" y="84"/>
                    <a:pt x="1" y="84"/>
                  </a:cubicBezTo>
                  <a:cubicBezTo>
                    <a:pt x="1" y="79"/>
                    <a:pt x="1" y="79"/>
                    <a:pt x="1" y="79"/>
                  </a:cubicBezTo>
                  <a:cubicBezTo>
                    <a:pt x="2" y="79"/>
                    <a:pt x="3" y="78"/>
                    <a:pt x="5" y="78"/>
                  </a:cubicBezTo>
                  <a:cubicBezTo>
                    <a:pt x="6" y="78"/>
                    <a:pt x="7" y="78"/>
                    <a:pt x="8" y="78"/>
                  </a:cubicBezTo>
                  <a:cubicBezTo>
                    <a:pt x="10" y="77"/>
                    <a:pt x="11" y="76"/>
                    <a:pt x="11" y="75"/>
                  </a:cubicBezTo>
                  <a:cubicBezTo>
                    <a:pt x="12" y="74"/>
                    <a:pt x="13" y="72"/>
                    <a:pt x="13" y="70"/>
                  </a:cubicBezTo>
                  <a:cubicBezTo>
                    <a:pt x="13" y="20"/>
                    <a:pt x="13" y="20"/>
                    <a:pt x="13" y="20"/>
                  </a:cubicBezTo>
                  <a:cubicBezTo>
                    <a:pt x="13" y="18"/>
                    <a:pt x="12" y="16"/>
                    <a:pt x="11" y="14"/>
                  </a:cubicBezTo>
                  <a:cubicBezTo>
                    <a:pt x="11"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9" y="14"/>
                    <a:pt x="29" y="14"/>
                    <a:pt x="29" y="14"/>
                  </a:cubicBezTo>
                  <a:cubicBezTo>
                    <a:pt x="30" y="13"/>
                    <a:pt x="32" y="11"/>
                    <a:pt x="34" y="9"/>
                  </a:cubicBezTo>
                  <a:cubicBezTo>
                    <a:pt x="35" y="7"/>
                    <a:pt x="37" y="6"/>
                    <a:pt x="39" y="5"/>
                  </a:cubicBezTo>
                  <a:cubicBezTo>
                    <a:pt x="41" y="3"/>
                    <a:pt x="44" y="2"/>
                    <a:pt x="46" y="1"/>
                  </a:cubicBezTo>
                  <a:cubicBezTo>
                    <a:pt x="49" y="0"/>
                    <a:pt x="52" y="0"/>
                    <a:pt x="56" y="0"/>
                  </a:cubicBezTo>
                  <a:cubicBezTo>
                    <a:pt x="64" y="0"/>
                    <a:pt x="70" y="2"/>
                    <a:pt x="74" y="7"/>
                  </a:cubicBezTo>
                  <a:cubicBezTo>
                    <a:pt x="77" y="12"/>
                    <a:pt x="79" y="19"/>
                    <a:pt x="79" y="27"/>
                  </a:cubicBezTo>
                  <a:cubicBezTo>
                    <a:pt x="79" y="69"/>
                    <a:pt x="79" y="69"/>
                    <a:pt x="79" y="69"/>
                  </a:cubicBezTo>
                  <a:cubicBezTo>
                    <a:pt x="79" y="71"/>
                    <a:pt x="80"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9">
              <a:extLst>
                <a:ext uri="{FF2B5EF4-FFF2-40B4-BE49-F238E27FC236}">
                  <a16:creationId xmlns:a16="http://schemas.microsoft.com/office/drawing/2014/main" id="{211F436A-DC64-56C1-1020-4D85622C194D}"/>
                </a:ext>
              </a:extLst>
            </p:cNvPr>
            <p:cNvSpPr>
              <a:spLocks noEditPoints="1"/>
            </p:cNvSpPr>
            <p:nvPr/>
          </p:nvSpPr>
          <p:spPr bwMode="auto">
            <a:xfrm>
              <a:off x="2966" y="2010"/>
              <a:ext cx="190" cy="288"/>
            </a:xfrm>
            <a:custGeom>
              <a:avLst/>
              <a:gdLst>
                <a:gd name="T0" fmla="*/ 78 w 80"/>
                <a:gd name="T1" fmla="*/ 83 h 121"/>
                <a:gd name="T2" fmla="*/ 77 w 80"/>
                <a:gd name="T3" fmla="*/ 104 h 121"/>
                <a:gd name="T4" fmla="*/ 56 w 80"/>
                <a:gd name="T5" fmla="*/ 119 h 121"/>
                <a:gd name="T6" fmla="*/ 9 w 80"/>
                <a:gd name="T7" fmla="*/ 116 h 121"/>
                <a:gd name="T8" fmla="*/ 7 w 80"/>
                <a:gd name="T9" fmla="*/ 86 h 121"/>
                <a:gd name="T10" fmla="*/ 24 w 80"/>
                <a:gd name="T11" fmla="*/ 80 h 121"/>
                <a:gd name="T12" fmla="*/ 14 w 80"/>
                <a:gd name="T13" fmla="*/ 75 h 121"/>
                <a:gd name="T14" fmla="*/ 9 w 80"/>
                <a:gd name="T15" fmla="*/ 65 h 121"/>
                <a:gd name="T16" fmla="*/ 22 w 80"/>
                <a:gd name="T17" fmla="*/ 51 h 121"/>
                <a:gd name="T18" fmla="*/ 9 w 80"/>
                <a:gd name="T19" fmla="*/ 40 h 121"/>
                <a:gd name="T20" fmla="*/ 13 w 80"/>
                <a:gd name="T21" fmla="*/ 7 h 121"/>
                <a:gd name="T22" fmla="*/ 43 w 80"/>
                <a:gd name="T23" fmla="*/ 1 h 121"/>
                <a:gd name="T24" fmla="*/ 79 w 80"/>
                <a:gd name="T25" fmla="*/ 2 h 121"/>
                <a:gd name="T26" fmla="*/ 60 w 80"/>
                <a:gd name="T27" fmla="*/ 10 h 121"/>
                <a:gd name="T28" fmla="*/ 65 w 80"/>
                <a:gd name="T29" fmla="*/ 19 h 121"/>
                <a:gd name="T30" fmla="*/ 57 w 80"/>
                <a:gd name="T31" fmla="*/ 46 h 121"/>
                <a:gd name="T32" fmla="*/ 27 w 80"/>
                <a:gd name="T33" fmla="*/ 53 h 121"/>
                <a:gd name="T34" fmla="*/ 21 w 80"/>
                <a:gd name="T35" fmla="*/ 60 h 121"/>
                <a:gd name="T36" fmla="*/ 27 w 80"/>
                <a:gd name="T37" fmla="*/ 67 h 121"/>
                <a:gd name="T38" fmla="*/ 39 w 80"/>
                <a:gd name="T39" fmla="*/ 68 h 121"/>
                <a:gd name="T40" fmla="*/ 58 w 80"/>
                <a:gd name="T41" fmla="*/ 69 h 121"/>
                <a:gd name="T42" fmla="*/ 73 w 80"/>
                <a:gd name="T43" fmla="*/ 76 h 121"/>
                <a:gd name="T44" fmla="*/ 64 w 80"/>
                <a:gd name="T45" fmla="*/ 88 h 121"/>
                <a:gd name="T46" fmla="*/ 48 w 80"/>
                <a:gd name="T47" fmla="*/ 83 h 121"/>
                <a:gd name="T48" fmla="*/ 18 w 80"/>
                <a:gd name="T49" fmla="*/ 89 h 121"/>
                <a:gd name="T50" fmla="*/ 16 w 80"/>
                <a:gd name="T51" fmla="*/ 105 h 121"/>
                <a:gd name="T52" fmla="*/ 28 w 80"/>
                <a:gd name="T53" fmla="*/ 113 h 121"/>
                <a:gd name="T54" fmla="*/ 59 w 80"/>
                <a:gd name="T55" fmla="*/ 110 h 121"/>
                <a:gd name="T56" fmla="*/ 50 w 80"/>
                <a:gd name="T57" fmla="*/ 27 h 121"/>
                <a:gd name="T58" fmla="*/ 35 w 80"/>
                <a:gd name="T59" fmla="*/ 6 h 121"/>
                <a:gd name="T60" fmla="*/ 24 w 80"/>
                <a:gd name="T61" fmla="*/ 12 h 121"/>
                <a:gd name="T62" fmla="*/ 21 w 80"/>
                <a:gd name="T63" fmla="*/ 26 h 121"/>
                <a:gd name="T64" fmla="*/ 35 w 80"/>
                <a:gd name="T65" fmla="*/ 47 h 121"/>
                <a:gd name="T66" fmla="*/ 50 w 80"/>
                <a:gd name="T67" fmla="*/ 2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 h="121">
                  <a:moveTo>
                    <a:pt x="73" y="76"/>
                  </a:moveTo>
                  <a:cubicBezTo>
                    <a:pt x="75" y="78"/>
                    <a:pt x="77" y="80"/>
                    <a:pt x="78" y="83"/>
                  </a:cubicBezTo>
                  <a:cubicBezTo>
                    <a:pt x="79" y="85"/>
                    <a:pt x="80" y="89"/>
                    <a:pt x="80" y="93"/>
                  </a:cubicBezTo>
                  <a:cubicBezTo>
                    <a:pt x="80" y="97"/>
                    <a:pt x="79" y="100"/>
                    <a:pt x="77" y="104"/>
                  </a:cubicBezTo>
                  <a:cubicBezTo>
                    <a:pt x="76" y="107"/>
                    <a:pt x="73" y="110"/>
                    <a:pt x="69" y="113"/>
                  </a:cubicBezTo>
                  <a:cubicBezTo>
                    <a:pt x="66" y="115"/>
                    <a:pt x="61" y="117"/>
                    <a:pt x="56" y="119"/>
                  </a:cubicBezTo>
                  <a:cubicBezTo>
                    <a:pt x="51" y="120"/>
                    <a:pt x="45" y="121"/>
                    <a:pt x="37" y="121"/>
                  </a:cubicBezTo>
                  <a:cubicBezTo>
                    <a:pt x="25" y="121"/>
                    <a:pt x="15" y="119"/>
                    <a:pt x="9" y="116"/>
                  </a:cubicBezTo>
                  <a:cubicBezTo>
                    <a:pt x="3" y="112"/>
                    <a:pt x="0" y="107"/>
                    <a:pt x="0" y="100"/>
                  </a:cubicBezTo>
                  <a:cubicBezTo>
                    <a:pt x="0" y="94"/>
                    <a:pt x="2" y="90"/>
                    <a:pt x="7" y="86"/>
                  </a:cubicBezTo>
                  <a:cubicBezTo>
                    <a:pt x="11" y="83"/>
                    <a:pt x="17" y="81"/>
                    <a:pt x="24" y="81"/>
                  </a:cubicBezTo>
                  <a:cubicBezTo>
                    <a:pt x="24" y="80"/>
                    <a:pt x="24" y="80"/>
                    <a:pt x="24" y="80"/>
                  </a:cubicBezTo>
                  <a:cubicBezTo>
                    <a:pt x="22" y="79"/>
                    <a:pt x="20" y="79"/>
                    <a:pt x="18" y="78"/>
                  </a:cubicBezTo>
                  <a:cubicBezTo>
                    <a:pt x="17" y="77"/>
                    <a:pt x="15" y="76"/>
                    <a:pt x="14" y="75"/>
                  </a:cubicBezTo>
                  <a:cubicBezTo>
                    <a:pt x="12" y="74"/>
                    <a:pt x="11" y="73"/>
                    <a:pt x="10" y="71"/>
                  </a:cubicBezTo>
                  <a:cubicBezTo>
                    <a:pt x="9" y="70"/>
                    <a:pt x="9" y="68"/>
                    <a:pt x="9" y="65"/>
                  </a:cubicBezTo>
                  <a:cubicBezTo>
                    <a:pt x="9" y="62"/>
                    <a:pt x="10" y="60"/>
                    <a:pt x="12" y="57"/>
                  </a:cubicBezTo>
                  <a:cubicBezTo>
                    <a:pt x="14" y="55"/>
                    <a:pt x="17" y="53"/>
                    <a:pt x="22" y="51"/>
                  </a:cubicBezTo>
                  <a:cubicBezTo>
                    <a:pt x="22" y="50"/>
                    <a:pt x="22" y="50"/>
                    <a:pt x="22" y="50"/>
                  </a:cubicBezTo>
                  <a:cubicBezTo>
                    <a:pt x="16" y="47"/>
                    <a:pt x="12" y="44"/>
                    <a:pt x="9" y="40"/>
                  </a:cubicBezTo>
                  <a:cubicBezTo>
                    <a:pt x="6" y="36"/>
                    <a:pt x="5" y="32"/>
                    <a:pt x="5" y="26"/>
                  </a:cubicBezTo>
                  <a:cubicBezTo>
                    <a:pt x="5" y="19"/>
                    <a:pt x="8" y="12"/>
                    <a:pt x="13" y="7"/>
                  </a:cubicBezTo>
                  <a:cubicBezTo>
                    <a:pt x="19" y="2"/>
                    <a:pt x="27" y="0"/>
                    <a:pt x="36" y="0"/>
                  </a:cubicBezTo>
                  <a:cubicBezTo>
                    <a:pt x="38" y="0"/>
                    <a:pt x="41" y="0"/>
                    <a:pt x="43" y="1"/>
                  </a:cubicBezTo>
                  <a:cubicBezTo>
                    <a:pt x="46" y="1"/>
                    <a:pt x="48" y="2"/>
                    <a:pt x="51" y="2"/>
                  </a:cubicBezTo>
                  <a:cubicBezTo>
                    <a:pt x="79" y="2"/>
                    <a:pt x="79" y="2"/>
                    <a:pt x="79" y="2"/>
                  </a:cubicBezTo>
                  <a:cubicBezTo>
                    <a:pt x="79" y="10"/>
                    <a:pt x="79" y="10"/>
                    <a:pt x="79" y="10"/>
                  </a:cubicBezTo>
                  <a:cubicBezTo>
                    <a:pt x="60" y="10"/>
                    <a:pt x="60" y="10"/>
                    <a:pt x="60" y="10"/>
                  </a:cubicBezTo>
                  <a:cubicBezTo>
                    <a:pt x="60" y="11"/>
                    <a:pt x="60" y="11"/>
                    <a:pt x="60" y="11"/>
                  </a:cubicBezTo>
                  <a:cubicBezTo>
                    <a:pt x="62" y="13"/>
                    <a:pt x="64" y="16"/>
                    <a:pt x="65" y="19"/>
                  </a:cubicBezTo>
                  <a:cubicBezTo>
                    <a:pt x="66" y="22"/>
                    <a:pt x="66" y="25"/>
                    <a:pt x="66" y="27"/>
                  </a:cubicBezTo>
                  <a:cubicBezTo>
                    <a:pt x="66" y="35"/>
                    <a:pt x="63" y="41"/>
                    <a:pt x="57" y="46"/>
                  </a:cubicBezTo>
                  <a:cubicBezTo>
                    <a:pt x="51" y="51"/>
                    <a:pt x="45" y="53"/>
                    <a:pt x="37" y="53"/>
                  </a:cubicBezTo>
                  <a:cubicBezTo>
                    <a:pt x="27" y="53"/>
                    <a:pt x="27" y="53"/>
                    <a:pt x="27" y="53"/>
                  </a:cubicBezTo>
                  <a:cubicBezTo>
                    <a:pt x="25" y="54"/>
                    <a:pt x="24" y="54"/>
                    <a:pt x="23" y="56"/>
                  </a:cubicBezTo>
                  <a:cubicBezTo>
                    <a:pt x="21" y="57"/>
                    <a:pt x="21" y="58"/>
                    <a:pt x="21" y="60"/>
                  </a:cubicBezTo>
                  <a:cubicBezTo>
                    <a:pt x="21" y="62"/>
                    <a:pt x="21" y="64"/>
                    <a:pt x="22" y="65"/>
                  </a:cubicBezTo>
                  <a:cubicBezTo>
                    <a:pt x="24" y="66"/>
                    <a:pt x="25" y="67"/>
                    <a:pt x="27" y="67"/>
                  </a:cubicBezTo>
                  <a:cubicBezTo>
                    <a:pt x="28" y="68"/>
                    <a:pt x="30" y="68"/>
                    <a:pt x="32" y="68"/>
                  </a:cubicBezTo>
                  <a:cubicBezTo>
                    <a:pt x="34" y="68"/>
                    <a:pt x="37" y="68"/>
                    <a:pt x="39" y="68"/>
                  </a:cubicBezTo>
                  <a:cubicBezTo>
                    <a:pt x="41" y="68"/>
                    <a:pt x="45" y="68"/>
                    <a:pt x="49" y="69"/>
                  </a:cubicBezTo>
                  <a:cubicBezTo>
                    <a:pt x="53" y="69"/>
                    <a:pt x="56" y="69"/>
                    <a:pt x="58" y="69"/>
                  </a:cubicBezTo>
                  <a:cubicBezTo>
                    <a:pt x="60" y="69"/>
                    <a:pt x="63" y="70"/>
                    <a:pt x="66" y="71"/>
                  </a:cubicBezTo>
                  <a:cubicBezTo>
                    <a:pt x="68" y="72"/>
                    <a:pt x="71" y="74"/>
                    <a:pt x="73" y="76"/>
                  </a:cubicBezTo>
                  <a:close/>
                  <a:moveTo>
                    <a:pt x="66" y="96"/>
                  </a:moveTo>
                  <a:cubicBezTo>
                    <a:pt x="66" y="93"/>
                    <a:pt x="65" y="90"/>
                    <a:pt x="64" y="88"/>
                  </a:cubicBezTo>
                  <a:cubicBezTo>
                    <a:pt x="63" y="86"/>
                    <a:pt x="60" y="85"/>
                    <a:pt x="57" y="84"/>
                  </a:cubicBezTo>
                  <a:cubicBezTo>
                    <a:pt x="56" y="84"/>
                    <a:pt x="53" y="84"/>
                    <a:pt x="48" y="83"/>
                  </a:cubicBezTo>
                  <a:cubicBezTo>
                    <a:pt x="43" y="83"/>
                    <a:pt x="37" y="83"/>
                    <a:pt x="31" y="83"/>
                  </a:cubicBezTo>
                  <a:cubicBezTo>
                    <a:pt x="25" y="84"/>
                    <a:pt x="21" y="86"/>
                    <a:pt x="18" y="89"/>
                  </a:cubicBezTo>
                  <a:cubicBezTo>
                    <a:pt x="16" y="91"/>
                    <a:pt x="15" y="95"/>
                    <a:pt x="15" y="99"/>
                  </a:cubicBezTo>
                  <a:cubicBezTo>
                    <a:pt x="15" y="101"/>
                    <a:pt x="15" y="103"/>
                    <a:pt x="16" y="105"/>
                  </a:cubicBezTo>
                  <a:cubicBezTo>
                    <a:pt x="17" y="107"/>
                    <a:pt x="18" y="108"/>
                    <a:pt x="20" y="110"/>
                  </a:cubicBezTo>
                  <a:cubicBezTo>
                    <a:pt x="22" y="111"/>
                    <a:pt x="25" y="112"/>
                    <a:pt x="28" y="113"/>
                  </a:cubicBezTo>
                  <a:cubicBezTo>
                    <a:pt x="31" y="114"/>
                    <a:pt x="35" y="115"/>
                    <a:pt x="40" y="115"/>
                  </a:cubicBezTo>
                  <a:cubicBezTo>
                    <a:pt x="48" y="115"/>
                    <a:pt x="54" y="113"/>
                    <a:pt x="59" y="110"/>
                  </a:cubicBezTo>
                  <a:cubicBezTo>
                    <a:pt x="64" y="107"/>
                    <a:pt x="66" y="102"/>
                    <a:pt x="66" y="96"/>
                  </a:cubicBezTo>
                  <a:close/>
                  <a:moveTo>
                    <a:pt x="50" y="27"/>
                  </a:moveTo>
                  <a:cubicBezTo>
                    <a:pt x="50" y="20"/>
                    <a:pt x="49" y="15"/>
                    <a:pt x="46" y="11"/>
                  </a:cubicBezTo>
                  <a:cubicBezTo>
                    <a:pt x="44" y="8"/>
                    <a:pt x="40" y="6"/>
                    <a:pt x="35" y="6"/>
                  </a:cubicBezTo>
                  <a:cubicBezTo>
                    <a:pt x="33" y="6"/>
                    <a:pt x="30" y="6"/>
                    <a:pt x="28" y="7"/>
                  </a:cubicBezTo>
                  <a:cubicBezTo>
                    <a:pt x="27" y="8"/>
                    <a:pt x="25" y="10"/>
                    <a:pt x="24" y="12"/>
                  </a:cubicBezTo>
                  <a:cubicBezTo>
                    <a:pt x="23" y="14"/>
                    <a:pt x="22" y="16"/>
                    <a:pt x="22" y="19"/>
                  </a:cubicBezTo>
                  <a:cubicBezTo>
                    <a:pt x="21" y="21"/>
                    <a:pt x="21" y="24"/>
                    <a:pt x="21" y="26"/>
                  </a:cubicBezTo>
                  <a:cubicBezTo>
                    <a:pt x="21" y="33"/>
                    <a:pt x="22" y="38"/>
                    <a:pt x="25" y="42"/>
                  </a:cubicBezTo>
                  <a:cubicBezTo>
                    <a:pt x="28" y="45"/>
                    <a:pt x="31" y="47"/>
                    <a:pt x="35" y="47"/>
                  </a:cubicBezTo>
                  <a:cubicBezTo>
                    <a:pt x="40" y="47"/>
                    <a:pt x="44" y="45"/>
                    <a:pt x="46" y="42"/>
                  </a:cubicBezTo>
                  <a:cubicBezTo>
                    <a:pt x="49" y="38"/>
                    <a:pt x="50" y="33"/>
                    <a:pt x="5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0">
              <a:extLst>
                <a:ext uri="{FF2B5EF4-FFF2-40B4-BE49-F238E27FC236}">
                  <a16:creationId xmlns:a16="http://schemas.microsoft.com/office/drawing/2014/main" id="{75EEED3C-C271-FCB9-5879-58600AA69A50}"/>
                </a:ext>
              </a:extLst>
            </p:cNvPr>
            <p:cNvSpPr>
              <a:spLocks noEditPoints="1"/>
            </p:cNvSpPr>
            <p:nvPr/>
          </p:nvSpPr>
          <p:spPr bwMode="auto">
            <a:xfrm>
              <a:off x="3247" y="1929"/>
              <a:ext cx="227" cy="281"/>
            </a:xfrm>
            <a:custGeom>
              <a:avLst/>
              <a:gdLst>
                <a:gd name="T0" fmla="*/ 84 w 96"/>
                <a:gd name="T1" fmla="*/ 63 h 118"/>
                <a:gd name="T2" fmla="*/ 92 w 96"/>
                <a:gd name="T3" fmla="*/ 72 h 118"/>
                <a:gd name="T4" fmla="*/ 96 w 96"/>
                <a:gd name="T5" fmla="*/ 86 h 118"/>
                <a:gd name="T6" fmla="*/ 92 w 96"/>
                <a:gd name="T7" fmla="*/ 100 h 118"/>
                <a:gd name="T8" fmla="*/ 83 w 96"/>
                <a:gd name="T9" fmla="*/ 110 h 118"/>
                <a:gd name="T10" fmla="*/ 70 w 96"/>
                <a:gd name="T11" fmla="*/ 116 h 118"/>
                <a:gd name="T12" fmla="*/ 56 w 96"/>
                <a:gd name="T13" fmla="*/ 118 h 118"/>
                <a:gd name="T14" fmla="*/ 0 w 96"/>
                <a:gd name="T15" fmla="*/ 118 h 118"/>
                <a:gd name="T16" fmla="*/ 0 w 96"/>
                <a:gd name="T17" fmla="*/ 112 h 118"/>
                <a:gd name="T18" fmla="*/ 6 w 96"/>
                <a:gd name="T19" fmla="*/ 112 h 118"/>
                <a:gd name="T20" fmla="*/ 11 w 96"/>
                <a:gd name="T21" fmla="*/ 110 h 118"/>
                <a:gd name="T22" fmla="*/ 15 w 96"/>
                <a:gd name="T23" fmla="*/ 107 h 118"/>
                <a:gd name="T24" fmla="*/ 16 w 96"/>
                <a:gd name="T25" fmla="*/ 102 h 118"/>
                <a:gd name="T26" fmla="*/ 16 w 96"/>
                <a:gd name="T27" fmla="*/ 17 h 118"/>
                <a:gd name="T28" fmla="*/ 15 w 96"/>
                <a:gd name="T29" fmla="*/ 12 h 118"/>
                <a:gd name="T30" fmla="*/ 11 w 96"/>
                <a:gd name="T31" fmla="*/ 9 h 118"/>
                <a:gd name="T32" fmla="*/ 6 w 96"/>
                <a:gd name="T33" fmla="*/ 7 h 118"/>
                <a:gd name="T34" fmla="*/ 0 w 96"/>
                <a:gd name="T35" fmla="*/ 6 h 118"/>
                <a:gd name="T36" fmla="*/ 0 w 96"/>
                <a:gd name="T37" fmla="*/ 0 h 118"/>
                <a:gd name="T38" fmla="*/ 55 w 96"/>
                <a:gd name="T39" fmla="*/ 0 h 118"/>
                <a:gd name="T40" fmla="*/ 67 w 96"/>
                <a:gd name="T41" fmla="*/ 1 h 118"/>
                <a:gd name="T42" fmla="*/ 78 w 96"/>
                <a:gd name="T43" fmla="*/ 6 h 118"/>
                <a:gd name="T44" fmla="*/ 86 w 96"/>
                <a:gd name="T45" fmla="*/ 14 h 118"/>
                <a:gd name="T46" fmla="*/ 89 w 96"/>
                <a:gd name="T47" fmla="*/ 26 h 118"/>
                <a:gd name="T48" fmla="*/ 87 w 96"/>
                <a:gd name="T49" fmla="*/ 37 h 118"/>
                <a:gd name="T50" fmla="*/ 81 w 96"/>
                <a:gd name="T51" fmla="*/ 45 h 118"/>
                <a:gd name="T52" fmla="*/ 72 w 96"/>
                <a:gd name="T53" fmla="*/ 51 h 118"/>
                <a:gd name="T54" fmla="*/ 61 w 96"/>
                <a:gd name="T55" fmla="*/ 54 h 118"/>
                <a:gd name="T56" fmla="*/ 61 w 96"/>
                <a:gd name="T57" fmla="*/ 55 h 118"/>
                <a:gd name="T58" fmla="*/ 73 w 96"/>
                <a:gd name="T59" fmla="*/ 58 h 118"/>
                <a:gd name="T60" fmla="*/ 84 w 96"/>
                <a:gd name="T61" fmla="*/ 63 h 118"/>
                <a:gd name="T62" fmla="*/ 64 w 96"/>
                <a:gd name="T63" fmla="*/ 45 h 118"/>
                <a:gd name="T64" fmla="*/ 68 w 96"/>
                <a:gd name="T65" fmla="*/ 38 h 118"/>
                <a:gd name="T66" fmla="*/ 69 w 96"/>
                <a:gd name="T67" fmla="*/ 27 h 118"/>
                <a:gd name="T68" fmla="*/ 64 w 96"/>
                <a:gd name="T69" fmla="*/ 12 h 118"/>
                <a:gd name="T70" fmla="*/ 47 w 96"/>
                <a:gd name="T71" fmla="*/ 7 h 118"/>
                <a:gd name="T72" fmla="*/ 40 w 96"/>
                <a:gd name="T73" fmla="*/ 7 h 118"/>
                <a:gd name="T74" fmla="*/ 34 w 96"/>
                <a:gd name="T75" fmla="*/ 7 h 118"/>
                <a:gd name="T76" fmla="*/ 34 w 96"/>
                <a:gd name="T77" fmla="*/ 52 h 118"/>
                <a:gd name="T78" fmla="*/ 44 w 96"/>
                <a:gd name="T79" fmla="*/ 52 h 118"/>
                <a:gd name="T80" fmla="*/ 56 w 96"/>
                <a:gd name="T81" fmla="*/ 51 h 118"/>
                <a:gd name="T82" fmla="*/ 64 w 96"/>
                <a:gd name="T83" fmla="*/ 45 h 118"/>
                <a:gd name="T84" fmla="*/ 75 w 96"/>
                <a:gd name="T85" fmla="*/ 83 h 118"/>
                <a:gd name="T86" fmla="*/ 68 w 96"/>
                <a:gd name="T87" fmla="*/ 66 h 118"/>
                <a:gd name="T88" fmla="*/ 48 w 96"/>
                <a:gd name="T89" fmla="*/ 59 h 118"/>
                <a:gd name="T90" fmla="*/ 39 w 96"/>
                <a:gd name="T91" fmla="*/ 59 h 118"/>
                <a:gd name="T92" fmla="*/ 34 w 96"/>
                <a:gd name="T93" fmla="*/ 59 h 118"/>
                <a:gd name="T94" fmla="*/ 34 w 96"/>
                <a:gd name="T95" fmla="*/ 101 h 118"/>
                <a:gd name="T96" fmla="*/ 38 w 96"/>
                <a:gd name="T97" fmla="*/ 109 h 118"/>
                <a:gd name="T98" fmla="*/ 50 w 96"/>
                <a:gd name="T99" fmla="*/ 112 h 118"/>
                <a:gd name="T100" fmla="*/ 69 w 96"/>
                <a:gd name="T101" fmla="*/ 104 h 118"/>
                <a:gd name="T102" fmla="*/ 75 w 96"/>
                <a:gd name="T103" fmla="*/ 8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 h="118">
                  <a:moveTo>
                    <a:pt x="84" y="63"/>
                  </a:moveTo>
                  <a:cubicBezTo>
                    <a:pt x="87" y="65"/>
                    <a:pt x="90" y="69"/>
                    <a:pt x="92" y="72"/>
                  </a:cubicBezTo>
                  <a:cubicBezTo>
                    <a:pt x="95" y="76"/>
                    <a:pt x="96" y="81"/>
                    <a:pt x="96" y="86"/>
                  </a:cubicBezTo>
                  <a:cubicBezTo>
                    <a:pt x="96" y="92"/>
                    <a:pt x="95" y="96"/>
                    <a:pt x="92" y="100"/>
                  </a:cubicBezTo>
                  <a:cubicBezTo>
                    <a:pt x="90" y="104"/>
                    <a:pt x="87" y="108"/>
                    <a:pt x="83" y="110"/>
                  </a:cubicBezTo>
                  <a:cubicBezTo>
                    <a:pt x="79" y="113"/>
                    <a:pt x="75" y="115"/>
                    <a:pt x="70" y="116"/>
                  </a:cubicBezTo>
                  <a:cubicBezTo>
                    <a:pt x="66" y="117"/>
                    <a:pt x="61" y="118"/>
                    <a:pt x="56" y="118"/>
                  </a:cubicBezTo>
                  <a:cubicBezTo>
                    <a:pt x="0" y="118"/>
                    <a:pt x="0" y="118"/>
                    <a:pt x="0" y="118"/>
                  </a:cubicBezTo>
                  <a:cubicBezTo>
                    <a:pt x="0" y="112"/>
                    <a:pt x="0" y="112"/>
                    <a:pt x="0" y="112"/>
                  </a:cubicBezTo>
                  <a:cubicBezTo>
                    <a:pt x="1" y="112"/>
                    <a:pt x="3" y="112"/>
                    <a:pt x="6" y="112"/>
                  </a:cubicBezTo>
                  <a:cubicBezTo>
                    <a:pt x="8" y="111"/>
                    <a:pt x="10" y="111"/>
                    <a:pt x="11" y="110"/>
                  </a:cubicBezTo>
                  <a:cubicBezTo>
                    <a:pt x="13" y="109"/>
                    <a:pt x="14" y="108"/>
                    <a:pt x="15" y="107"/>
                  </a:cubicBezTo>
                  <a:cubicBezTo>
                    <a:pt x="16" y="106"/>
                    <a:pt x="16" y="104"/>
                    <a:pt x="16" y="102"/>
                  </a:cubicBezTo>
                  <a:cubicBezTo>
                    <a:pt x="16" y="17"/>
                    <a:pt x="16" y="17"/>
                    <a:pt x="16" y="17"/>
                  </a:cubicBezTo>
                  <a:cubicBezTo>
                    <a:pt x="16" y="15"/>
                    <a:pt x="16" y="14"/>
                    <a:pt x="15" y="12"/>
                  </a:cubicBezTo>
                  <a:cubicBezTo>
                    <a:pt x="14" y="11"/>
                    <a:pt x="13" y="10"/>
                    <a:pt x="11" y="9"/>
                  </a:cubicBezTo>
                  <a:cubicBezTo>
                    <a:pt x="9" y="8"/>
                    <a:pt x="8" y="7"/>
                    <a:pt x="6" y="7"/>
                  </a:cubicBezTo>
                  <a:cubicBezTo>
                    <a:pt x="4" y="6"/>
                    <a:pt x="2" y="6"/>
                    <a:pt x="0" y="6"/>
                  </a:cubicBezTo>
                  <a:cubicBezTo>
                    <a:pt x="0" y="0"/>
                    <a:pt x="0" y="0"/>
                    <a:pt x="0" y="0"/>
                  </a:cubicBezTo>
                  <a:cubicBezTo>
                    <a:pt x="55" y="0"/>
                    <a:pt x="55" y="0"/>
                    <a:pt x="55" y="0"/>
                  </a:cubicBezTo>
                  <a:cubicBezTo>
                    <a:pt x="59" y="0"/>
                    <a:pt x="63" y="1"/>
                    <a:pt x="67" y="1"/>
                  </a:cubicBezTo>
                  <a:cubicBezTo>
                    <a:pt x="71" y="2"/>
                    <a:pt x="75" y="4"/>
                    <a:pt x="78" y="6"/>
                  </a:cubicBezTo>
                  <a:cubicBezTo>
                    <a:pt x="81" y="8"/>
                    <a:pt x="84" y="10"/>
                    <a:pt x="86" y="14"/>
                  </a:cubicBezTo>
                  <a:cubicBezTo>
                    <a:pt x="88" y="17"/>
                    <a:pt x="89" y="21"/>
                    <a:pt x="89" y="26"/>
                  </a:cubicBezTo>
                  <a:cubicBezTo>
                    <a:pt x="89" y="30"/>
                    <a:pt x="89" y="34"/>
                    <a:pt x="87" y="37"/>
                  </a:cubicBezTo>
                  <a:cubicBezTo>
                    <a:pt x="86" y="40"/>
                    <a:pt x="83" y="43"/>
                    <a:pt x="81" y="45"/>
                  </a:cubicBezTo>
                  <a:cubicBezTo>
                    <a:pt x="78" y="47"/>
                    <a:pt x="75" y="49"/>
                    <a:pt x="72" y="51"/>
                  </a:cubicBezTo>
                  <a:cubicBezTo>
                    <a:pt x="69" y="52"/>
                    <a:pt x="65" y="54"/>
                    <a:pt x="61" y="54"/>
                  </a:cubicBezTo>
                  <a:cubicBezTo>
                    <a:pt x="61" y="55"/>
                    <a:pt x="61" y="55"/>
                    <a:pt x="61" y="55"/>
                  </a:cubicBezTo>
                  <a:cubicBezTo>
                    <a:pt x="65" y="56"/>
                    <a:pt x="68" y="56"/>
                    <a:pt x="73" y="58"/>
                  </a:cubicBezTo>
                  <a:cubicBezTo>
                    <a:pt x="77" y="59"/>
                    <a:pt x="80" y="61"/>
                    <a:pt x="84" y="63"/>
                  </a:cubicBezTo>
                  <a:close/>
                  <a:moveTo>
                    <a:pt x="64" y="45"/>
                  </a:moveTo>
                  <a:cubicBezTo>
                    <a:pt x="66" y="43"/>
                    <a:pt x="67" y="40"/>
                    <a:pt x="68" y="38"/>
                  </a:cubicBezTo>
                  <a:cubicBezTo>
                    <a:pt x="69" y="35"/>
                    <a:pt x="69" y="31"/>
                    <a:pt x="69" y="27"/>
                  </a:cubicBezTo>
                  <a:cubicBezTo>
                    <a:pt x="69" y="21"/>
                    <a:pt x="67" y="16"/>
                    <a:pt x="64" y="12"/>
                  </a:cubicBezTo>
                  <a:cubicBezTo>
                    <a:pt x="60" y="8"/>
                    <a:pt x="55" y="7"/>
                    <a:pt x="47" y="7"/>
                  </a:cubicBezTo>
                  <a:cubicBezTo>
                    <a:pt x="45" y="7"/>
                    <a:pt x="43" y="7"/>
                    <a:pt x="40" y="7"/>
                  </a:cubicBezTo>
                  <a:cubicBezTo>
                    <a:pt x="38" y="7"/>
                    <a:pt x="35" y="7"/>
                    <a:pt x="34" y="7"/>
                  </a:cubicBezTo>
                  <a:cubicBezTo>
                    <a:pt x="34" y="52"/>
                    <a:pt x="34" y="52"/>
                    <a:pt x="34" y="52"/>
                  </a:cubicBezTo>
                  <a:cubicBezTo>
                    <a:pt x="44" y="52"/>
                    <a:pt x="44" y="52"/>
                    <a:pt x="44" y="52"/>
                  </a:cubicBezTo>
                  <a:cubicBezTo>
                    <a:pt x="49" y="52"/>
                    <a:pt x="53" y="52"/>
                    <a:pt x="56" y="51"/>
                  </a:cubicBezTo>
                  <a:cubicBezTo>
                    <a:pt x="59" y="49"/>
                    <a:pt x="62" y="48"/>
                    <a:pt x="64" y="45"/>
                  </a:cubicBezTo>
                  <a:close/>
                  <a:moveTo>
                    <a:pt x="75" y="83"/>
                  </a:moveTo>
                  <a:cubicBezTo>
                    <a:pt x="75" y="76"/>
                    <a:pt x="73" y="70"/>
                    <a:pt x="68" y="66"/>
                  </a:cubicBezTo>
                  <a:cubicBezTo>
                    <a:pt x="63" y="61"/>
                    <a:pt x="57" y="59"/>
                    <a:pt x="48" y="59"/>
                  </a:cubicBezTo>
                  <a:cubicBezTo>
                    <a:pt x="45" y="59"/>
                    <a:pt x="42" y="59"/>
                    <a:pt x="39" y="59"/>
                  </a:cubicBezTo>
                  <a:cubicBezTo>
                    <a:pt x="37" y="59"/>
                    <a:pt x="35" y="59"/>
                    <a:pt x="34" y="59"/>
                  </a:cubicBezTo>
                  <a:cubicBezTo>
                    <a:pt x="34" y="101"/>
                    <a:pt x="34" y="101"/>
                    <a:pt x="34" y="101"/>
                  </a:cubicBezTo>
                  <a:cubicBezTo>
                    <a:pt x="34" y="104"/>
                    <a:pt x="35" y="107"/>
                    <a:pt x="38" y="109"/>
                  </a:cubicBezTo>
                  <a:cubicBezTo>
                    <a:pt x="41" y="111"/>
                    <a:pt x="45" y="112"/>
                    <a:pt x="50" y="112"/>
                  </a:cubicBezTo>
                  <a:cubicBezTo>
                    <a:pt x="58" y="112"/>
                    <a:pt x="64" y="109"/>
                    <a:pt x="69" y="104"/>
                  </a:cubicBezTo>
                  <a:cubicBezTo>
                    <a:pt x="73" y="99"/>
                    <a:pt x="75" y="92"/>
                    <a:pt x="75"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1">
              <a:extLst>
                <a:ext uri="{FF2B5EF4-FFF2-40B4-BE49-F238E27FC236}">
                  <a16:creationId xmlns:a16="http://schemas.microsoft.com/office/drawing/2014/main" id="{F507D2C4-EF97-66C6-15DD-CB3A018BD11C}"/>
                </a:ext>
              </a:extLst>
            </p:cNvPr>
            <p:cNvSpPr>
              <a:spLocks noEditPoints="1"/>
            </p:cNvSpPr>
            <p:nvPr/>
          </p:nvSpPr>
          <p:spPr bwMode="auto">
            <a:xfrm>
              <a:off x="3491" y="2010"/>
              <a:ext cx="173" cy="204"/>
            </a:xfrm>
            <a:custGeom>
              <a:avLst/>
              <a:gdLst>
                <a:gd name="T0" fmla="*/ 73 w 73"/>
                <a:gd name="T1" fmla="*/ 65 h 86"/>
                <a:gd name="T2" fmla="*/ 59 w 73"/>
                <a:gd name="T3" fmla="*/ 80 h 86"/>
                <a:gd name="T4" fmla="*/ 40 w 73"/>
                <a:gd name="T5" fmla="*/ 86 h 86"/>
                <a:gd name="T6" fmla="*/ 22 w 73"/>
                <a:gd name="T7" fmla="*/ 83 h 86"/>
                <a:gd name="T8" fmla="*/ 10 w 73"/>
                <a:gd name="T9" fmla="*/ 73 h 86"/>
                <a:gd name="T10" fmla="*/ 3 w 73"/>
                <a:gd name="T11" fmla="*/ 59 h 86"/>
                <a:gd name="T12" fmla="*/ 0 w 73"/>
                <a:gd name="T13" fmla="*/ 42 h 86"/>
                <a:gd name="T14" fmla="*/ 3 w 73"/>
                <a:gd name="T15" fmla="*/ 27 h 86"/>
                <a:gd name="T16" fmla="*/ 10 w 73"/>
                <a:gd name="T17" fmla="*/ 13 h 86"/>
                <a:gd name="T18" fmla="*/ 22 w 73"/>
                <a:gd name="T19" fmla="*/ 3 h 86"/>
                <a:gd name="T20" fmla="*/ 38 w 73"/>
                <a:gd name="T21" fmla="*/ 0 h 86"/>
                <a:gd name="T22" fmla="*/ 53 w 73"/>
                <a:gd name="T23" fmla="*/ 3 h 86"/>
                <a:gd name="T24" fmla="*/ 64 w 73"/>
                <a:gd name="T25" fmla="*/ 10 h 86"/>
                <a:gd name="T26" fmla="*/ 69 w 73"/>
                <a:gd name="T27" fmla="*/ 21 h 86"/>
                <a:gd name="T28" fmla="*/ 71 w 73"/>
                <a:gd name="T29" fmla="*/ 35 h 86"/>
                <a:gd name="T30" fmla="*/ 71 w 73"/>
                <a:gd name="T31" fmla="*/ 41 h 86"/>
                <a:gd name="T32" fmla="*/ 17 w 73"/>
                <a:gd name="T33" fmla="*/ 41 h 86"/>
                <a:gd name="T34" fmla="*/ 18 w 73"/>
                <a:gd name="T35" fmla="*/ 55 h 86"/>
                <a:gd name="T36" fmla="*/ 23 w 73"/>
                <a:gd name="T37" fmla="*/ 67 h 86"/>
                <a:gd name="T38" fmla="*/ 32 w 73"/>
                <a:gd name="T39" fmla="*/ 74 h 86"/>
                <a:gd name="T40" fmla="*/ 44 w 73"/>
                <a:gd name="T41" fmla="*/ 77 h 86"/>
                <a:gd name="T42" fmla="*/ 57 w 73"/>
                <a:gd name="T43" fmla="*/ 74 h 86"/>
                <a:gd name="T44" fmla="*/ 67 w 73"/>
                <a:gd name="T45" fmla="*/ 61 h 86"/>
                <a:gd name="T46" fmla="*/ 73 w 73"/>
                <a:gd name="T47" fmla="*/ 65 h 86"/>
                <a:gd name="T48" fmla="*/ 55 w 73"/>
                <a:gd name="T49" fmla="*/ 34 h 86"/>
                <a:gd name="T50" fmla="*/ 54 w 73"/>
                <a:gd name="T51" fmla="*/ 24 h 86"/>
                <a:gd name="T52" fmla="*/ 52 w 73"/>
                <a:gd name="T53" fmla="*/ 15 h 86"/>
                <a:gd name="T54" fmla="*/ 46 w 73"/>
                <a:gd name="T55" fmla="*/ 9 h 86"/>
                <a:gd name="T56" fmla="*/ 38 w 73"/>
                <a:gd name="T57" fmla="*/ 6 h 86"/>
                <a:gd name="T58" fmla="*/ 23 w 73"/>
                <a:gd name="T59" fmla="*/ 13 h 86"/>
                <a:gd name="T60" fmla="*/ 17 w 73"/>
                <a:gd name="T61" fmla="*/ 34 h 86"/>
                <a:gd name="T62" fmla="*/ 55 w 73"/>
                <a:gd name="T63" fmla="*/ 3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73" y="65"/>
                  </a:moveTo>
                  <a:cubicBezTo>
                    <a:pt x="70" y="71"/>
                    <a:pt x="65" y="77"/>
                    <a:pt x="59" y="80"/>
                  </a:cubicBezTo>
                  <a:cubicBezTo>
                    <a:pt x="54" y="84"/>
                    <a:pt x="47" y="86"/>
                    <a:pt x="40" y="86"/>
                  </a:cubicBezTo>
                  <a:cubicBezTo>
                    <a:pt x="33" y="86"/>
                    <a:pt x="27" y="85"/>
                    <a:pt x="22" y="83"/>
                  </a:cubicBezTo>
                  <a:cubicBezTo>
                    <a:pt x="17" y="80"/>
                    <a:pt x="13" y="77"/>
                    <a:pt x="10" y="73"/>
                  </a:cubicBezTo>
                  <a:cubicBezTo>
                    <a:pt x="7" y="69"/>
                    <a:pt x="4" y="65"/>
                    <a:pt x="3" y="59"/>
                  </a:cubicBezTo>
                  <a:cubicBezTo>
                    <a:pt x="1" y="54"/>
                    <a:pt x="0" y="48"/>
                    <a:pt x="0" y="42"/>
                  </a:cubicBezTo>
                  <a:cubicBezTo>
                    <a:pt x="0" y="37"/>
                    <a:pt x="1" y="32"/>
                    <a:pt x="3" y="27"/>
                  </a:cubicBezTo>
                  <a:cubicBezTo>
                    <a:pt x="5" y="22"/>
                    <a:pt x="7" y="17"/>
                    <a:pt x="10" y="13"/>
                  </a:cubicBezTo>
                  <a:cubicBezTo>
                    <a:pt x="14" y="9"/>
                    <a:pt x="17" y="6"/>
                    <a:pt x="22" y="3"/>
                  </a:cubicBezTo>
                  <a:cubicBezTo>
                    <a:pt x="27" y="1"/>
                    <a:pt x="32" y="0"/>
                    <a:pt x="38" y="0"/>
                  </a:cubicBezTo>
                  <a:cubicBezTo>
                    <a:pt x="44" y="0"/>
                    <a:pt x="49" y="1"/>
                    <a:pt x="53" y="3"/>
                  </a:cubicBezTo>
                  <a:cubicBezTo>
                    <a:pt x="58" y="4"/>
                    <a:pt x="61" y="7"/>
                    <a:pt x="64" y="10"/>
                  </a:cubicBezTo>
                  <a:cubicBezTo>
                    <a:pt x="66" y="13"/>
                    <a:pt x="68" y="17"/>
                    <a:pt x="69" y="21"/>
                  </a:cubicBezTo>
                  <a:cubicBezTo>
                    <a:pt x="71" y="26"/>
                    <a:pt x="71" y="30"/>
                    <a:pt x="71" y="35"/>
                  </a:cubicBezTo>
                  <a:cubicBezTo>
                    <a:pt x="71" y="41"/>
                    <a:pt x="71" y="41"/>
                    <a:pt x="71" y="41"/>
                  </a:cubicBezTo>
                  <a:cubicBezTo>
                    <a:pt x="17" y="41"/>
                    <a:pt x="17" y="41"/>
                    <a:pt x="17" y="41"/>
                  </a:cubicBezTo>
                  <a:cubicBezTo>
                    <a:pt x="17" y="46"/>
                    <a:pt x="17" y="51"/>
                    <a:pt x="18" y="55"/>
                  </a:cubicBezTo>
                  <a:cubicBezTo>
                    <a:pt x="19" y="60"/>
                    <a:pt x="21" y="63"/>
                    <a:pt x="23" y="67"/>
                  </a:cubicBezTo>
                  <a:cubicBezTo>
                    <a:pt x="25" y="70"/>
                    <a:pt x="28" y="73"/>
                    <a:pt x="32" y="74"/>
                  </a:cubicBezTo>
                  <a:cubicBezTo>
                    <a:pt x="35" y="76"/>
                    <a:pt x="39" y="77"/>
                    <a:pt x="44" y="77"/>
                  </a:cubicBezTo>
                  <a:cubicBezTo>
                    <a:pt x="49" y="77"/>
                    <a:pt x="53" y="76"/>
                    <a:pt x="57" y="74"/>
                  </a:cubicBezTo>
                  <a:cubicBezTo>
                    <a:pt x="61" y="71"/>
                    <a:pt x="64" y="67"/>
                    <a:pt x="67" y="61"/>
                  </a:cubicBezTo>
                  <a:lnTo>
                    <a:pt x="73" y="65"/>
                  </a:lnTo>
                  <a:close/>
                  <a:moveTo>
                    <a:pt x="55" y="34"/>
                  </a:moveTo>
                  <a:cubicBezTo>
                    <a:pt x="55" y="30"/>
                    <a:pt x="55" y="27"/>
                    <a:pt x="54" y="24"/>
                  </a:cubicBezTo>
                  <a:cubicBezTo>
                    <a:pt x="54" y="20"/>
                    <a:pt x="53" y="17"/>
                    <a:pt x="52" y="15"/>
                  </a:cubicBezTo>
                  <a:cubicBezTo>
                    <a:pt x="50" y="12"/>
                    <a:pt x="48" y="10"/>
                    <a:pt x="46" y="9"/>
                  </a:cubicBezTo>
                  <a:cubicBezTo>
                    <a:pt x="44" y="7"/>
                    <a:pt x="41" y="6"/>
                    <a:pt x="38" y="6"/>
                  </a:cubicBezTo>
                  <a:cubicBezTo>
                    <a:pt x="32" y="6"/>
                    <a:pt x="27" y="9"/>
                    <a:pt x="23" y="13"/>
                  </a:cubicBezTo>
                  <a:cubicBezTo>
                    <a:pt x="19" y="18"/>
                    <a:pt x="17" y="25"/>
                    <a:pt x="17" y="34"/>
                  </a:cubicBezTo>
                  <a:lnTo>
                    <a:pt x="55"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DA95A11A-F559-B0B4-1B5C-212599B68040}"/>
                </a:ext>
              </a:extLst>
            </p:cNvPr>
            <p:cNvSpPr>
              <a:spLocks/>
            </p:cNvSpPr>
            <p:nvPr/>
          </p:nvSpPr>
          <p:spPr bwMode="auto">
            <a:xfrm>
              <a:off x="3667" y="2014"/>
              <a:ext cx="209" cy="284"/>
            </a:xfrm>
            <a:custGeom>
              <a:avLst/>
              <a:gdLst>
                <a:gd name="T0" fmla="*/ 1 w 88"/>
                <a:gd name="T1" fmla="*/ 109 h 119"/>
                <a:gd name="T2" fmla="*/ 3 w 88"/>
                <a:gd name="T3" fmla="*/ 102 h 119"/>
                <a:gd name="T4" fmla="*/ 9 w 88"/>
                <a:gd name="T5" fmla="*/ 100 h 119"/>
                <a:gd name="T6" fmla="*/ 14 w 88"/>
                <a:gd name="T7" fmla="*/ 101 h 119"/>
                <a:gd name="T8" fmla="*/ 17 w 88"/>
                <a:gd name="T9" fmla="*/ 103 h 119"/>
                <a:gd name="T10" fmla="*/ 20 w 88"/>
                <a:gd name="T11" fmla="*/ 106 h 119"/>
                <a:gd name="T12" fmla="*/ 22 w 88"/>
                <a:gd name="T13" fmla="*/ 110 h 119"/>
                <a:gd name="T14" fmla="*/ 32 w 88"/>
                <a:gd name="T15" fmla="*/ 98 h 119"/>
                <a:gd name="T16" fmla="*/ 40 w 88"/>
                <a:gd name="T17" fmla="*/ 82 h 119"/>
                <a:gd name="T18" fmla="*/ 26 w 88"/>
                <a:gd name="T19" fmla="*/ 46 h 119"/>
                <a:gd name="T20" fmla="*/ 13 w 88"/>
                <a:gd name="T21" fmla="*/ 14 h 119"/>
                <a:gd name="T22" fmla="*/ 7 w 88"/>
                <a:gd name="T23" fmla="*/ 8 h 119"/>
                <a:gd name="T24" fmla="*/ 0 w 88"/>
                <a:gd name="T25" fmla="*/ 6 h 119"/>
                <a:gd name="T26" fmla="*/ 0 w 88"/>
                <a:gd name="T27" fmla="*/ 0 h 119"/>
                <a:gd name="T28" fmla="*/ 37 w 88"/>
                <a:gd name="T29" fmla="*/ 0 h 119"/>
                <a:gd name="T30" fmla="*/ 37 w 88"/>
                <a:gd name="T31" fmla="*/ 6 h 119"/>
                <a:gd name="T32" fmla="*/ 31 w 88"/>
                <a:gd name="T33" fmla="*/ 7 h 119"/>
                <a:gd name="T34" fmla="*/ 28 w 88"/>
                <a:gd name="T35" fmla="*/ 9 h 119"/>
                <a:gd name="T36" fmla="*/ 28 w 88"/>
                <a:gd name="T37" fmla="*/ 11 h 119"/>
                <a:gd name="T38" fmla="*/ 29 w 88"/>
                <a:gd name="T39" fmla="*/ 13 h 119"/>
                <a:gd name="T40" fmla="*/ 39 w 88"/>
                <a:gd name="T41" fmla="*/ 37 h 119"/>
                <a:gd name="T42" fmla="*/ 49 w 88"/>
                <a:gd name="T43" fmla="*/ 62 h 119"/>
                <a:gd name="T44" fmla="*/ 56 w 88"/>
                <a:gd name="T45" fmla="*/ 43 h 119"/>
                <a:gd name="T46" fmla="*/ 66 w 88"/>
                <a:gd name="T47" fmla="*/ 21 h 119"/>
                <a:gd name="T48" fmla="*/ 67 w 88"/>
                <a:gd name="T49" fmla="*/ 17 h 119"/>
                <a:gd name="T50" fmla="*/ 68 w 88"/>
                <a:gd name="T51" fmla="*/ 12 h 119"/>
                <a:gd name="T52" fmla="*/ 64 w 88"/>
                <a:gd name="T53" fmla="*/ 8 h 119"/>
                <a:gd name="T54" fmla="*/ 57 w 88"/>
                <a:gd name="T55" fmla="*/ 5 h 119"/>
                <a:gd name="T56" fmla="*/ 57 w 88"/>
                <a:gd name="T57" fmla="*/ 0 h 119"/>
                <a:gd name="T58" fmla="*/ 88 w 88"/>
                <a:gd name="T59" fmla="*/ 0 h 119"/>
                <a:gd name="T60" fmla="*/ 88 w 88"/>
                <a:gd name="T61" fmla="*/ 5 h 119"/>
                <a:gd name="T62" fmla="*/ 81 w 88"/>
                <a:gd name="T63" fmla="*/ 8 h 119"/>
                <a:gd name="T64" fmla="*/ 75 w 88"/>
                <a:gd name="T65" fmla="*/ 15 h 119"/>
                <a:gd name="T66" fmla="*/ 57 w 88"/>
                <a:gd name="T67" fmla="*/ 57 h 119"/>
                <a:gd name="T68" fmla="*/ 46 w 88"/>
                <a:gd name="T69" fmla="*/ 85 h 119"/>
                <a:gd name="T70" fmla="*/ 36 w 88"/>
                <a:gd name="T71" fmla="*/ 103 h 119"/>
                <a:gd name="T72" fmla="*/ 28 w 88"/>
                <a:gd name="T73" fmla="*/ 113 h 119"/>
                <a:gd name="T74" fmla="*/ 21 w 88"/>
                <a:gd name="T75" fmla="*/ 118 h 119"/>
                <a:gd name="T76" fmla="*/ 15 w 88"/>
                <a:gd name="T77" fmla="*/ 119 h 119"/>
                <a:gd name="T78" fmla="*/ 5 w 88"/>
                <a:gd name="T79" fmla="*/ 116 h 119"/>
                <a:gd name="T80" fmla="*/ 1 w 88"/>
                <a:gd name="T81" fmla="*/ 10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119">
                  <a:moveTo>
                    <a:pt x="1" y="109"/>
                  </a:moveTo>
                  <a:cubicBezTo>
                    <a:pt x="1" y="106"/>
                    <a:pt x="2" y="104"/>
                    <a:pt x="3" y="102"/>
                  </a:cubicBezTo>
                  <a:cubicBezTo>
                    <a:pt x="5" y="100"/>
                    <a:pt x="7" y="100"/>
                    <a:pt x="9" y="100"/>
                  </a:cubicBezTo>
                  <a:cubicBezTo>
                    <a:pt x="11" y="100"/>
                    <a:pt x="12" y="100"/>
                    <a:pt x="14" y="101"/>
                  </a:cubicBezTo>
                  <a:cubicBezTo>
                    <a:pt x="15" y="101"/>
                    <a:pt x="16" y="102"/>
                    <a:pt x="17" y="103"/>
                  </a:cubicBezTo>
                  <a:cubicBezTo>
                    <a:pt x="18" y="104"/>
                    <a:pt x="19" y="105"/>
                    <a:pt x="20" y="106"/>
                  </a:cubicBezTo>
                  <a:cubicBezTo>
                    <a:pt x="21" y="108"/>
                    <a:pt x="21" y="109"/>
                    <a:pt x="22" y="110"/>
                  </a:cubicBezTo>
                  <a:cubicBezTo>
                    <a:pt x="25" y="109"/>
                    <a:pt x="28" y="105"/>
                    <a:pt x="32" y="98"/>
                  </a:cubicBezTo>
                  <a:cubicBezTo>
                    <a:pt x="36" y="92"/>
                    <a:pt x="39" y="86"/>
                    <a:pt x="40" y="82"/>
                  </a:cubicBezTo>
                  <a:cubicBezTo>
                    <a:pt x="35" y="69"/>
                    <a:pt x="30" y="57"/>
                    <a:pt x="26" y="46"/>
                  </a:cubicBezTo>
                  <a:cubicBezTo>
                    <a:pt x="22" y="36"/>
                    <a:pt x="17" y="25"/>
                    <a:pt x="13" y="14"/>
                  </a:cubicBezTo>
                  <a:cubicBezTo>
                    <a:pt x="12" y="12"/>
                    <a:pt x="10" y="10"/>
                    <a:pt x="7" y="8"/>
                  </a:cubicBezTo>
                  <a:cubicBezTo>
                    <a:pt x="5" y="7"/>
                    <a:pt x="2" y="6"/>
                    <a:pt x="0" y="6"/>
                  </a:cubicBezTo>
                  <a:cubicBezTo>
                    <a:pt x="0" y="0"/>
                    <a:pt x="0" y="0"/>
                    <a:pt x="0" y="0"/>
                  </a:cubicBezTo>
                  <a:cubicBezTo>
                    <a:pt x="37" y="0"/>
                    <a:pt x="37" y="0"/>
                    <a:pt x="37" y="0"/>
                  </a:cubicBezTo>
                  <a:cubicBezTo>
                    <a:pt x="37" y="6"/>
                    <a:pt x="37" y="6"/>
                    <a:pt x="37" y="6"/>
                  </a:cubicBezTo>
                  <a:cubicBezTo>
                    <a:pt x="36" y="6"/>
                    <a:pt x="34" y="6"/>
                    <a:pt x="31" y="7"/>
                  </a:cubicBezTo>
                  <a:cubicBezTo>
                    <a:pt x="29" y="8"/>
                    <a:pt x="28" y="8"/>
                    <a:pt x="28" y="9"/>
                  </a:cubicBezTo>
                  <a:cubicBezTo>
                    <a:pt x="28" y="10"/>
                    <a:pt x="28" y="10"/>
                    <a:pt x="28" y="11"/>
                  </a:cubicBezTo>
                  <a:cubicBezTo>
                    <a:pt x="28" y="12"/>
                    <a:pt x="29" y="12"/>
                    <a:pt x="29" y="13"/>
                  </a:cubicBezTo>
                  <a:cubicBezTo>
                    <a:pt x="31" y="19"/>
                    <a:pt x="34" y="27"/>
                    <a:pt x="39" y="37"/>
                  </a:cubicBezTo>
                  <a:cubicBezTo>
                    <a:pt x="43" y="47"/>
                    <a:pt x="46" y="56"/>
                    <a:pt x="49" y="62"/>
                  </a:cubicBezTo>
                  <a:cubicBezTo>
                    <a:pt x="51" y="56"/>
                    <a:pt x="54" y="50"/>
                    <a:pt x="56" y="43"/>
                  </a:cubicBezTo>
                  <a:cubicBezTo>
                    <a:pt x="59" y="37"/>
                    <a:pt x="62" y="30"/>
                    <a:pt x="66" y="21"/>
                  </a:cubicBezTo>
                  <a:cubicBezTo>
                    <a:pt x="66" y="20"/>
                    <a:pt x="66" y="18"/>
                    <a:pt x="67" y="17"/>
                  </a:cubicBezTo>
                  <a:cubicBezTo>
                    <a:pt x="68" y="15"/>
                    <a:pt x="68" y="13"/>
                    <a:pt x="68" y="12"/>
                  </a:cubicBezTo>
                  <a:cubicBezTo>
                    <a:pt x="68" y="10"/>
                    <a:pt x="67" y="9"/>
                    <a:pt x="64" y="8"/>
                  </a:cubicBezTo>
                  <a:cubicBezTo>
                    <a:pt x="62" y="6"/>
                    <a:pt x="60" y="6"/>
                    <a:pt x="57" y="5"/>
                  </a:cubicBezTo>
                  <a:cubicBezTo>
                    <a:pt x="57" y="0"/>
                    <a:pt x="57" y="0"/>
                    <a:pt x="57" y="0"/>
                  </a:cubicBezTo>
                  <a:cubicBezTo>
                    <a:pt x="88" y="0"/>
                    <a:pt x="88" y="0"/>
                    <a:pt x="88" y="0"/>
                  </a:cubicBezTo>
                  <a:cubicBezTo>
                    <a:pt x="88" y="5"/>
                    <a:pt x="88" y="5"/>
                    <a:pt x="88" y="5"/>
                  </a:cubicBezTo>
                  <a:cubicBezTo>
                    <a:pt x="86" y="6"/>
                    <a:pt x="84" y="7"/>
                    <a:pt x="81" y="8"/>
                  </a:cubicBezTo>
                  <a:cubicBezTo>
                    <a:pt x="78" y="10"/>
                    <a:pt x="76" y="12"/>
                    <a:pt x="75" y="15"/>
                  </a:cubicBezTo>
                  <a:cubicBezTo>
                    <a:pt x="68" y="30"/>
                    <a:pt x="63" y="44"/>
                    <a:pt x="57" y="57"/>
                  </a:cubicBezTo>
                  <a:cubicBezTo>
                    <a:pt x="52" y="70"/>
                    <a:pt x="48" y="79"/>
                    <a:pt x="46" y="85"/>
                  </a:cubicBezTo>
                  <a:cubicBezTo>
                    <a:pt x="42" y="92"/>
                    <a:pt x="39" y="99"/>
                    <a:pt x="36" y="103"/>
                  </a:cubicBezTo>
                  <a:cubicBezTo>
                    <a:pt x="34" y="107"/>
                    <a:pt x="31" y="111"/>
                    <a:pt x="28" y="113"/>
                  </a:cubicBezTo>
                  <a:cubicBezTo>
                    <a:pt x="26" y="115"/>
                    <a:pt x="24" y="117"/>
                    <a:pt x="21" y="118"/>
                  </a:cubicBezTo>
                  <a:cubicBezTo>
                    <a:pt x="19" y="119"/>
                    <a:pt x="17" y="119"/>
                    <a:pt x="15" y="119"/>
                  </a:cubicBezTo>
                  <a:cubicBezTo>
                    <a:pt x="11" y="119"/>
                    <a:pt x="7" y="118"/>
                    <a:pt x="5" y="116"/>
                  </a:cubicBezTo>
                  <a:cubicBezTo>
                    <a:pt x="2" y="114"/>
                    <a:pt x="1" y="112"/>
                    <a:pt x="1" y="1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3">
              <a:extLst>
                <a:ext uri="{FF2B5EF4-FFF2-40B4-BE49-F238E27FC236}">
                  <a16:creationId xmlns:a16="http://schemas.microsoft.com/office/drawing/2014/main" id="{69846B22-FE87-91FD-DAFF-86FAB89FA0D1}"/>
                </a:ext>
              </a:extLst>
            </p:cNvPr>
            <p:cNvSpPr>
              <a:spLocks noEditPoints="1"/>
            </p:cNvSpPr>
            <p:nvPr/>
          </p:nvSpPr>
          <p:spPr bwMode="auto">
            <a:xfrm>
              <a:off x="3864" y="2010"/>
              <a:ext cx="190" cy="207"/>
            </a:xfrm>
            <a:custGeom>
              <a:avLst/>
              <a:gdLst>
                <a:gd name="T0" fmla="*/ 80 w 80"/>
                <a:gd name="T1" fmla="*/ 42 h 87"/>
                <a:gd name="T2" fmla="*/ 78 w 80"/>
                <a:gd name="T3" fmla="*/ 59 h 87"/>
                <a:gd name="T4" fmla="*/ 70 w 80"/>
                <a:gd name="T5" fmla="*/ 73 h 87"/>
                <a:gd name="T6" fmla="*/ 57 w 80"/>
                <a:gd name="T7" fmla="*/ 83 h 87"/>
                <a:gd name="T8" fmla="*/ 40 w 80"/>
                <a:gd name="T9" fmla="*/ 87 h 87"/>
                <a:gd name="T10" fmla="*/ 25 w 80"/>
                <a:gd name="T11" fmla="*/ 84 h 87"/>
                <a:gd name="T12" fmla="*/ 12 w 80"/>
                <a:gd name="T13" fmla="*/ 75 h 87"/>
                <a:gd name="T14" fmla="*/ 3 w 80"/>
                <a:gd name="T15" fmla="*/ 61 h 87"/>
                <a:gd name="T16" fmla="*/ 0 w 80"/>
                <a:gd name="T17" fmla="*/ 43 h 87"/>
                <a:gd name="T18" fmla="*/ 11 w 80"/>
                <a:gd name="T19" fmla="*/ 12 h 87"/>
                <a:gd name="T20" fmla="*/ 41 w 80"/>
                <a:gd name="T21" fmla="*/ 0 h 87"/>
                <a:gd name="T22" fmla="*/ 69 w 80"/>
                <a:gd name="T23" fmla="*/ 11 h 87"/>
                <a:gd name="T24" fmla="*/ 80 w 80"/>
                <a:gd name="T25" fmla="*/ 42 h 87"/>
                <a:gd name="T26" fmla="*/ 63 w 80"/>
                <a:gd name="T27" fmla="*/ 42 h 87"/>
                <a:gd name="T28" fmla="*/ 62 w 80"/>
                <a:gd name="T29" fmla="*/ 29 h 87"/>
                <a:gd name="T30" fmla="*/ 58 w 80"/>
                <a:gd name="T31" fmla="*/ 18 h 87"/>
                <a:gd name="T32" fmla="*/ 51 w 80"/>
                <a:gd name="T33" fmla="*/ 9 h 87"/>
                <a:gd name="T34" fmla="*/ 41 w 80"/>
                <a:gd name="T35" fmla="*/ 6 h 87"/>
                <a:gd name="T36" fmla="*/ 30 w 80"/>
                <a:gd name="T37" fmla="*/ 9 h 87"/>
                <a:gd name="T38" fmla="*/ 22 w 80"/>
                <a:gd name="T39" fmla="*/ 18 h 87"/>
                <a:gd name="T40" fmla="*/ 19 w 80"/>
                <a:gd name="T41" fmla="*/ 29 h 87"/>
                <a:gd name="T42" fmla="*/ 17 w 80"/>
                <a:gd name="T43" fmla="*/ 42 h 87"/>
                <a:gd name="T44" fmla="*/ 19 w 80"/>
                <a:gd name="T45" fmla="*/ 57 h 87"/>
                <a:gd name="T46" fmla="*/ 23 w 80"/>
                <a:gd name="T47" fmla="*/ 69 h 87"/>
                <a:gd name="T48" fmla="*/ 30 w 80"/>
                <a:gd name="T49" fmla="*/ 77 h 87"/>
                <a:gd name="T50" fmla="*/ 41 w 80"/>
                <a:gd name="T51" fmla="*/ 80 h 87"/>
                <a:gd name="T52" fmla="*/ 57 w 80"/>
                <a:gd name="T53" fmla="*/ 70 h 87"/>
                <a:gd name="T54" fmla="*/ 63 w 80"/>
                <a:gd name="T5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87">
                  <a:moveTo>
                    <a:pt x="80" y="42"/>
                  </a:moveTo>
                  <a:cubicBezTo>
                    <a:pt x="80" y="48"/>
                    <a:pt x="80" y="54"/>
                    <a:pt x="78" y="59"/>
                  </a:cubicBezTo>
                  <a:cubicBezTo>
                    <a:pt x="76" y="65"/>
                    <a:pt x="73" y="70"/>
                    <a:pt x="70" y="73"/>
                  </a:cubicBezTo>
                  <a:cubicBezTo>
                    <a:pt x="66" y="78"/>
                    <a:pt x="62" y="81"/>
                    <a:pt x="57" y="83"/>
                  </a:cubicBezTo>
                  <a:cubicBezTo>
                    <a:pt x="52" y="86"/>
                    <a:pt x="46" y="87"/>
                    <a:pt x="40" y="87"/>
                  </a:cubicBezTo>
                  <a:cubicBezTo>
                    <a:pt x="34" y="87"/>
                    <a:pt x="29" y="86"/>
                    <a:pt x="25" y="84"/>
                  </a:cubicBezTo>
                  <a:cubicBezTo>
                    <a:pt x="20" y="82"/>
                    <a:pt x="16" y="79"/>
                    <a:pt x="12" y="75"/>
                  </a:cubicBezTo>
                  <a:cubicBezTo>
                    <a:pt x="8" y="71"/>
                    <a:pt x="6" y="67"/>
                    <a:pt x="3" y="61"/>
                  </a:cubicBezTo>
                  <a:cubicBezTo>
                    <a:pt x="1" y="56"/>
                    <a:pt x="0" y="50"/>
                    <a:pt x="0" y="43"/>
                  </a:cubicBezTo>
                  <a:cubicBezTo>
                    <a:pt x="0" y="31"/>
                    <a:pt x="4" y="20"/>
                    <a:pt x="11" y="12"/>
                  </a:cubicBezTo>
                  <a:cubicBezTo>
                    <a:pt x="19" y="4"/>
                    <a:pt x="29" y="0"/>
                    <a:pt x="41" y="0"/>
                  </a:cubicBezTo>
                  <a:cubicBezTo>
                    <a:pt x="52" y="0"/>
                    <a:pt x="62" y="4"/>
                    <a:pt x="69" y="11"/>
                  </a:cubicBezTo>
                  <a:cubicBezTo>
                    <a:pt x="77" y="19"/>
                    <a:pt x="80" y="29"/>
                    <a:pt x="80" y="42"/>
                  </a:cubicBezTo>
                  <a:close/>
                  <a:moveTo>
                    <a:pt x="63" y="42"/>
                  </a:moveTo>
                  <a:cubicBezTo>
                    <a:pt x="63" y="38"/>
                    <a:pt x="63" y="34"/>
                    <a:pt x="62" y="29"/>
                  </a:cubicBezTo>
                  <a:cubicBezTo>
                    <a:pt x="61" y="25"/>
                    <a:pt x="60" y="21"/>
                    <a:pt x="58" y="18"/>
                  </a:cubicBezTo>
                  <a:cubicBezTo>
                    <a:pt x="56" y="14"/>
                    <a:pt x="54" y="11"/>
                    <a:pt x="51" y="9"/>
                  </a:cubicBezTo>
                  <a:cubicBezTo>
                    <a:pt x="48" y="7"/>
                    <a:pt x="45" y="6"/>
                    <a:pt x="41" y="6"/>
                  </a:cubicBezTo>
                  <a:cubicBezTo>
                    <a:pt x="36" y="6"/>
                    <a:pt x="33" y="7"/>
                    <a:pt x="30" y="9"/>
                  </a:cubicBezTo>
                  <a:cubicBezTo>
                    <a:pt x="27" y="11"/>
                    <a:pt x="24" y="14"/>
                    <a:pt x="22" y="18"/>
                  </a:cubicBezTo>
                  <a:cubicBezTo>
                    <a:pt x="21" y="21"/>
                    <a:pt x="19" y="25"/>
                    <a:pt x="19" y="29"/>
                  </a:cubicBezTo>
                  <a:cubicBezTo>
                    <a:pt x="18" y="34"/>
                    <a:pt x="17" y="38"/>
                    <a:pt x="17" y="42"/>
                  </a:cubicBezTo>
                  <a:cubicBezTo>
                    <a:pt x="17" y="47"/>
                    <a:pt x="18" y="52"/>
                    <a:pt x="19" y="57"/>
                  </a:cubicBezTo>
                  <a:cubicBezTo>
                    <a:pt x="20" y="61"/>
                    <a:pt x="21" y="65"/>
                    <a:pt x="23" y="69"/>
                  </a:cubicBezTo>
                  <a:cubicBezTo>
                    <a:pt x="25" y="72"/>
                    <a:pt x="27" y="75"/>
                    <a:pt x="30" y="77"/>
                  </a:cubicBezTo>
                  <a:cubicBezTo>
                    <a:pt x="33" y="79"/>
                    <a:pt x="36" y="80"/>
                    <a:pt x="41" y="80"/>
                  </a:cubicBezTo>
                  <a:cubicBezTo>
                    <a:pt x="48" y="80"/>
                    <a:pt x="53" y="77"/>
                    <a:pt x="57" y="70"/>
                  </a:cubicBezTo>
                  <a:cubicBezTo>
                    <a:pt x="61" y="64"/>
                    <a:pt x="63" y="54"/>
                    <a:pt x="6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4">
              <a:extLst>
                <a:ext uri="{FF2B5EF4-FFF2-40B4-BE49-F238E27FC236}">
                  <a16:creationId xmlns:a16="http://schemas.microsoft.com/office/drawing/2014/main" id="{F0527644-CD4E-B672-CA09-9C94563F2027}"/>
                </a:ext>
              </a:extLst>
            </p:cNvPr>
            <p:cNvSpPr>
              <a:spLocks/>
            </p:cNvSpPr>
            <p:nvPr/>
          </p:nvSpPr>
          <p:spPr bwMode="auto">
            <a:xfrm>
              <a:off x="4063" y="2010"/>
              <a:ext cx="216" cy="200"/>
            </a:xfrm>
            <a:custGeom>
              <a:avLst/>
              <a:gdLst>
                <a:gd name="T0" fmla="*/ 91 w 91"/>
                <a:gd name="T1" fmla="*/ 84 h 84"/>
                <a:gd name="T2" fmla="*/ 51 w 91"/>
                <a:gd name="T3" fmla="*/ 84 h 84"/>
                <a:gd name="T4" fmla="*/ 51 w 91"/>
                <a:gd name="T5" fmla="*/ 79 h 84"/>
                <a:gd name="T6" fmla="*/ 55 w 91"/>
                <a:gd name="T7" fmla="*/ 78 h 84"/>
                <a:gd name="T8" fmla="*/ 59 w 91"/>
                <a:gd name="T9" fmla="*/ 78 h 84"/>
                <a:gd name="T10" fmla="*/ 62 w 91"/>
                <a:gd name="T11" fmla="*/ 75 h 84"/>
                <a:gd name="T12" fmla="*/ 64 w 91"/>
                <a:gd name="T13" fmla="*/ 70 h 84"/>
                <a:gd name="T14" fmla="*/ 64 w 91"/>
                <a:gd name="T15" fmla="*/ 28 h 84"/>
                <a:gd name="T16" fmla="*/ 59 w 91"/>
                <a:gd name="T17" fmla="*/ 15 h 84"/>
                <a:gd name="T18" fmla="*/ 49 w 91"/>
                <a:gd name="T19" fmla="*/ 10 h 84"/>
                <a:gd name="T20" fmla="*/ 41 w 91"/>
                <a:gd name="T21" fmla="*/ 11 h 84"/>
                <a:gd name="T22" fmla="*/ 35 w 91"/>
                <a:gd name="T23" fmla="*/ 15 h 84"/>
                <a:gd name="T24" fmla="*/ 30 w 91"/>
                <a:gd name="T25" fmla="*/ 19 h 84"/>
                <a:gd name="T26" fmla="*/ 28 w 91"/>
                <a:gd name="T27" fmla="*/ 22 h 84"/>
                <a:gd name="T28" fmla="*/ 28 w 91"/>
                <a:gd name="T29" fmla="*/ 69 h 84"/>
                <a:gd name="T30" fmla="*/ 29 w 91"/>
                <a:gd name="T31" fmla="*/ 74 h 84"/>
                <a:gd name="T32" fmla="*/ 33 w 91"/>
                <a:gd name="T33" fmla="*/ 77 h 84"/>
                <a:gd name="T34" fmla="*/ 36 w 91"/>
                <a:gd name="T35" fmla="*/ 78 h 84"/>
                <a:gd name="T36" fmla="*/ 41 w 91"/>
                <a:gd name="T37" fmla="*/ 79 h 84"/>
                <a:gd name="T38" fmla="*/ 41 w 91"/>
                <a:gd name="T39" fmla="*/ 84 h 84"/>
                <a:gd name="T40" fmla="*/ 0 w 91"/>
                <a:gd name="T41" fmla="*/ 84 h 84"/>
                <a:gd name="T42" fmla="*/ 0 w 91"/>
                <a:gd name="T43" fmla="*/ 79 h 84"/>
                <a:gd name="T44" fmla="*/ 4 w 91"/>
                <a:gd name="T45" fmla="*/ 78 h 84"/>
                <a:gd name="T46" fmla="*/ 8 w 91"/>
                <a:gd name="T47" fmla="*/ 78 h 84"/>
                <a:gd name="T48" fmla="*/ 11 w 91"/>
                <a:gd name="T49" fmla="*/ 75 h 84"/>
                <a:gd name="T50" fmla="*/ 13 w 91"/>
                <a:gd name="T51" fmla="*/ 70 h 84"/>
                <a:gd name="T52" fmla="*/ 13 w 91"/>
                <a:gd name="T53" fmla="*/ 20 h 84"/>
                <a:gd name="T54" fmla="*/ 11 w 91"/>
                <a:gd name="T55" fmla="*/ 14 h 84"/>
                <a:gd name="T56" fmla="*/ 8 w 91"/>
                <a:gd name="T57" fmla="*/ 11 h 84"/>
                <a:gd name="T58" fmla="*/ 4 w 91"/>
                <a:gd name="T59" fmla="*/ 9 h 84"/>
                <a:gd name="T60" fmla="*/ 0 w 91"/>
                <a:gd name="T61" fmla="*/ 8 h 84"/>
                <a:gd name="T62" fmla="*/ 0 w 91"/>
                <a:gd name="T63" fmla="*/ 3 h 84"/>
                <a:gd name="T64" fmla="*/ 27 w 91"/>
                <a:gd name="T65" fmla="*/ 1 h 84"/>
                <a:gd name="T66" fmla="*/ 28 w 91"/>
                <a:gd name="T67" fmla="*/ 2 h 84"/>
                <a:gd name="T68" fmla="*/ 28 w 91"/>
                <a:gd name="T69" fmla="*/ 14 h 84"/>
                <a:gd name="T70" fmla="*/ 28 w 91"/>
                <a:gd name="T71" fmla="*/ 14 h 84"/>
                <a:gd name="T72" fmla="*/ 33 w 91"/>
                <a:gd name="T73" fmla="*/ 9 h 84"/>
                <a:gd name="T74" fmla="*/ 39 w 91"/>
                <a:gd name="T75" fmla="*/ 5 h 84"/>
                <a:gd name="T76" fmla="*/ 46 w 91"/>
                <a:gd name="T77" fmla="*/ 1 h 84"/>
                <a:gd name="T78" fmla="*/ 56 w 91"/>
                <a:gd name="T79" fmla="*/ 0 h 84"/>
                <a:gd name="T80" fmla="*/ 73 w 91"/>
                <a:gd name="T81" fmla="*/ 7 h 84"/>
                <a:gd name="T82" fmla="*/ 79 w 91"/>
                <a:gd name="T83" fmla="*/ 27 h 84"/>
                <a:gd name="T84" fmla="*/ 79 w 91"/>
                <a:gd name="T85" fmla="*/ 69 h 84"/>
                <a:gd name="T86" fmla="*/ 80 w 91"/>
                <a:gd name="T87" fmla="*/ 74 h 84"/>
                <a:gd name="T88" fmla="*/ 84 w 91"/>
                <a:gd name="T89" fmla="*/ 77 h 84"/>
                <a:gd name="T90" fmla="*/ 87 w 91"/>
                <a:gd name="T91" fmla="*/ 78 h 84"/>
                <a:gd name="T92" fmla="*/ 91 w 91"/>
                <a:gd name="T93" fmla="*/ 79 h 84"/>
                <a:gd name="T94" fmla="*/ 91 w 91"/>
                <a:gd name="T95"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 h="84">
                  <a:moveTo>
                    <a:pt x="91" y="84"/>
                  </a:moveTo>
                  <a:cubicBezTo>
                    <a:pt x="51" y="84"/>
                    <a:pt x="51" y="84"/>
                    <a:pt x="51" y="84"/>
                  </a:cubicBezTo>
                  <a:cubicBezTo>
                    <a:pt x="51" y="79"/>
                    <a:pt x="51" y="79"/>
                    <a:pt x="51" y="79"/>
                  </a:cubicBezTo>
                  <a:cubicBezTo>
                    <a:pt x="52" y="79"/>
                    <a:pt x="54" y="78"/>
                    <a:pt x="55" y="78"/>
                  </a:cubicBezTo>
                  <a:cubicBezTo>
                    <a:pt x="57" y="78"/>
                    <a:pt x="58" y="78"/>
                    <a:pt x="59" y="78"/>
                  </a:cubicBezTo>
                  <a:cubicBezTo>
                    <a:pt x="60" y="77"/>
                    <a:pt x="62" y="76"/>
                    <a:pt x="62" y="75"/>
                  </a:cubicBezTo>
                  <a:cubicBezTo>
                    <a:pt x="63" y="74"/>
                    <a:pt x="64" y="72"/>
                    <a:pt x="64" y="70"/>
                  </a:cubicBezTo>
                  <a:cubicBezTo>
                    <a:pt x="64" y="28"/>
                    <a:pt x="64" y="28"/>
                    <a:pt x="64" y="28"/>
                  </a:cubicBezTo>
                  <a:cubicBezTo>
                    <a:pt x="64" y="22"/>
                    <a:pt x="62" y="18"/>
                    <a:pt x="59" y="15"/>
                  </a:cubicBezTo>
                  <a:cubicBezTo>
                    <a:pt x="57" y="11"/>
                    <a:pt x="53" y="10"/>
                    <a:pt x="49" y="10"/>
                  </a:cubicBezTo>
                  <a:cubicBezTo>
                    <a:pt x="46" y="10"/>
                    <a:pt x="44" y="10"/>
                    <a:pt x="41" y="11"/>
                  </a:cubicBezTo>
                  <a:cubicBezTo>
                    <a:pt x="39" y="12"/>
                    <a:pt x="37" y="13"/>
                    <a:pt x="35" y="15"/>
                  </a:cubicBezTo>
                  <a:cubicBezTo>
                    <a:pt x="33" y="16"/>
                    <a:pt x="31" y="17"/>
                    <a:pt x="30" y="19"/>
                  </a:cubicBezTo>
                  <a:cubicBezTo>
                    <a:pt x="29" y="20"/>
                    <a:pt x="28" y="21"/>
                    <a:pt x="28" y="22"/>
                  </a:cubicBezTo>
                  <a:cubicBezTo>
                    <a:pt x="28" y="69"/>
                    <a:pt x="28" y="69"/>
                    <a:pt x="28" y="69"/>
                  </a:cubicBezTo>
                  <a:cubicBezTo>
                    <a:pt x="28" y="71"/>
                    <a:pt x="28" y="73"/>
                    <a:pt x="29" y="74"/>
                  </a:cubicBezTo>
                  <a:cubicBezTo>
                    <a:pt x="30" y="75"/>
                    <a:pt x="31" y="76"/>
                    <a:pt x="33" y="77"/>
                  </a:cubicBezTo>
                  <a:cubicBezTo>
                    <a:pt x="34" y="77"/>
                    <a:pt x="35" y="78"/>
                    <a:pt x="36" y="78"/>
                  </a:cubicBezTo>
                  <a:cubicBezTo>
                    <a:pt x="38" y="78"/>
                    <a:pt x="39" y="79"/>
                    <a:pt x="41" y="79"/>
                  </a:cubicBezTo>
                  <a:cubicBezTo>
                    <a:pt x="41" y="84"/>
                    <a:pt x="41" y="84"/>
                    <a:pt x="41" y="84"/>
                  </a:cubicBezTo>
                  <a:cubicBezTo>
                    <a:pt x="0" y="84"/>
                    <a:pt x="0" y="84"/>
                    <a:pt x="0" y="84"/>
                  </a:cubicBezTo>
                  <a:cubicBezTo>
                    <a:pt x="0" y="79"/>
                    <a:pt x="0" y="79"/>
                    <a:pt x="0" y="79"/>
                  </a:cubicBezTo>
                  <a:cubicBezTo>
                    <a:pt x="2" y="79"/>
                    <a:pt x="3" y="78"/>
                    <a:pt x="4" y="78"/>
                  </a:cubicBezTo>
                  <a:cubicBezTo>
                    <a:pt x="6" y="78"/>
                    <a:pt x="7" y="78"/>
                    <a:pt x="8" y="78"/>
                  </a:cubicBezTo>
                  <a:cubicBezTo>
                    <a:pt x="9" y="77"/>
                    <a:pt x="11" y="76"/>
                    <a:pt x="11" y="75"/>
                  </a:cubicBezTo>
                  <a:cubicBezTo>
                    <a:pt x="12" y="74"/>
                    <a:pt x="13" y="72"/>
                    <a:pt x="13" y="70"/>
                  </a:cubicBezTo>
                  <a:cubicBezTo>
                    <a:pt x="13" y="20"/>
                    <a:pt x="13" y="20"/>
                    <a:pt x="13" y="20"/>
                  </a:cubicBezTo>
                  <a:cubicBezTo>
                    <a:pt x="13" y="18"/>
                    <a:pt x="12" y="16"/>
                    <a:pt x="11" y="14"/>
                  </a:cubicBezTo>
                  <a:cubicBezTo>
                    <a:pt x="10" y="13"/>
                    <a:pt x="9" y="12"/>
                    <a:pt x="8" y="11"/>
                  </a:cubicBezTo>
                  <a:cubicBezTo>
                    <a:pt x="7" y="10"/>
                    <a:pt x="6" y="9"/>
                    <a:pt x="4" y="9"/>
                  </a:cubicBezTo>
                  <a:cubicBezTo>
                    <a:pt x="3" y="9"/>
                    <a:pt x="1" y="9"/>
                    <a:pt x="0" y="8"/>
                  </a:cubicBezTo>
                  <a:cubicBezTo>
                    <a:pt x="0" y="3"/>
                    <a:pt x="0" y="3"/>
                    <a:pt x="0" y="3"/>
                  </a:cubicBezTo>
                  <a:cubicBezTo>
                    <a:pt x="27" y="1"/>
                    <a:pt x="27" y="1"/>
                    <a:pt x="27" y="1"/>
                  </a:cubicBezTo>
                  <a:cubicBezTo>
                    <a:pt x="28" y="2"/>
                    <a:pt x="28" y="2"/>
                    <a:pt x="28" y="2"/>
                  </a:cubicBezTo>
                  <a:cubicBezTo>
                    <a:pt x="28" y="14"/>
                    <a:pt x="28" y="14"/>
                    <a:pt x="28" y="14"/>
                  </a:cubicBezTo>
                  <a:cubicBezTo>
                    <a:pt x="28" y="14"/>
                    <a:pt x="28" y="14"/>
                    <a:pt x="28" y="14"/>
                  </a:cubicBezTo>
                  <a:cubicBezTo>
                    <a:pt x="30" y="13"/>
                    <a:pt x="31" y="11"/>
                    <a:pt x="33" y="9"/>
                  </a:cubicBezTo>
                  <a:cubicBezTo>
                    <a:pt x="35" y="7"/>
                    <a:pt x="37" y="6"/>
                    <a:pt x="39" y="5"/>
                  </a:cubicBezTo>
                  <a:cubicBezTo>
                    <a:pt x="41" y="3"/>
                    <a:pt x="44" y="2"/>
                    <a:pt x="46" y="1"/>
                  </a:cubicBezTo>
                  <a:cubicBezTo>
                    <a:pt x="49" y="0"/>
                    <a:pt x="52" y="0"/>
                    <a:pt x="56" y="0"/>
                  </a:cubicBezTo>
                  <a:cubicBezTo>
                    <a:pt x="64" y="0"/>
                    <a:pt x="70" y="2"/>
                    <a:pt x="73" y="7"/>
                  </a:cubicBezTo>
                  <a:cubicBezTo>
                    <a:pt x="77" y="12"/>
                    <a:pt x="79" y="19"/>
                    <a:pt x="79" y="27"/>
                  </a:cubicBezTo>
                  <a:cubicBezTo>
                    <a:pt x="79" y="69"/>
                    <a:pt x="79" y="69"/>
                    <a:pt x="79" y="69"/>
                  </a:cubicBezTo>
                  <a:cubicBezTo>
                    <a:pt x="79" y="71"/>
                    <a:pt x="79" y="73"/>
                    <a:pt x="80" y="74"/>
                  </a:cubicBezTo>
                  <a:cubicBezTo>
                    <a:pt x="81" y="75"/>
                    <a:pt x="82" y="76"/>
                    <a:pt x="84" y="77"/>
                  </a:cubicBezTo>
                  <a:cubicBezTo>
                    <a:pt x="85" y="78"/>
                    <a:pt x="86" y="78"/>
                    <a:pt x="87" y="78"/>
                  </a:cubicBezTo>
                  <a:cubicBezTo>
                    <a:pt x="88" y="78"/>
                    <a:pt x="89" y="79"/>
                    <a:pt x="91" y="79"/>
                  </a:cubicBezTo>
                  <a:lnTo>
                    <a:pt x="91"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5">
              <a:extLst>
                <a:ext uri="{FF2B5EF4-FFF2-40B4-BE49-F238E27FC236}">
                  <a16:creationId xmlns:a16="http://schemas.microsoft.com/office/drawing/2014/main" id="{BDDA7141-D4D7-439B-997C-BF7C4A92068A}"/>
                </a:ext>
              </a:extLst>
            </p:cNvPr>
            <p:cNvSpPr>
              <a:spLocks noEditPoints="1"/>
            </p:cNvSpPr>
            <p:nvPr/>
          </p:nvSpPr>
          <p:spPr bwMode="auto">
            <a:xfrm>
              <a:off x="4282" y="1902"/>
              <a:ext cx="213" cy="312"/>
            </a:xfrm>
            <a:custGeom>
              <a:avLst/>
              <a:gdLst>
                <a:gd name="T0" fmla="*/ 90 w 90"/>
                <a:gd name="T1" fmla="*/ 128 h 131"/>
                <a:gd name="T2" fmla="*/ 61 w 90"/>
                <a:gd name="T3" fmla="*/ 129 h 131"/>
                <a:gd name="T4" fmla="*/ 60 w 90"/>
                <a:gd name="T5" fmla="*/ 128 h 131"/>
                <a:gd name="T6" fmla="*/ 60 w 90"/>
                <a:gd name="T7" fmla="*/ 121 h 131"/>
                <a:gd name="T8" fmla="*/ 60 w 90"/>
                <a:gd name="T9" fmla="*/ 120 h 131"/>
                <a:gd name="T10" fmla="*/ 49 w 90"/>
                <a:gd name="T11" fmla="*/ 128 h 131"/>
                <a:gd name="T12" fmla="*/ 36 w 90"/>
                <a:gd name="T13" fmla="*/ 131 h 131"/>
                <a:gd name="T14" fmla="*/ 22 w 90"/>
                <a:gd name="T15" fmla="*/ 128 h 131"/>
                <a:gd name="T16" fmla="*/ 11 w 90"/>
                <a:gd name="T17" fmla="*/ 120 h 131"/>
                <a:gd name="T18" fmla="*/ 3 w 90"/>
                <a:gd name="T19" fmla="*/ 106 h 131"/>
                <a:gd name="T20" fmla="*/ 0 w 90"/>
                <a:gd name="T21" fmla="*/ 88 h 131"/>
                <a:gd name="T22" fmla="*/ 3 w 90"/>
                <a:gd name="T23" fmla="*/ 71 h 131"/>
                <a:gd name="T24" fmla="*/ 12 w 90"/>
                <a:gd name="T25" fmla="*/ 57 h 131"/>
                <a:gd name="T26" fmla="*/ 24 w 90"/>
                <a:gd name="T27" fmla="*/ 48 h 131"/>
                <a:gd name="T28" fmla="*/ 39 w 90"/>
                <a:gd name="T29" fmla="*/ 45 h 131"/>
                <a:gd name="T30" fmla="*/ 51 w 90"/>
                <a:gd name="T31" fmla="*/ 46 h 131"/>
                <a:gd name="T32" fmla="*/ 60 w 90"/>
                <a:gd name="T33" fmla="*/ 50 h 131"/>
                <a:gd name="T34" fmla="*/ 60 w 90"/>
                <a:gd name="T35" fmla="*/ 21 h 131"/>
                <a:gd name="T36" fmla="*/ 59 w 90"/>
                <a:gd name="T37" fmla="*/ 15 h 131"/>
                <a:gd name="T38" fmla="*/ 56 w 90"/>
                <a:gd name="T39" fmla="*/ 11 h 131"/>
                <a:gd name="T40" fmla="*/ 49 w 90"/>
                <a:gd name="T41" fmla="*/ 8 h 131"/>
                <a:gd name="T42" fmla="*/ 41 w 90"/>
                <a:gd name="T43" fmla="*/ 7 h 131"/>
                <a:gd name="T44" fmla="*/ 41 w 90"/>
                <a:gd name="T45" fmla="*/ 2 h 131"/>
                <a:gd name="T46" fmla="*/ 74 w 90"/>
                <a:gd name="T47" fmla="*/ 0 h 131"/>
                <a:gd name="T48" fmla="*/ 76 w 90"/>
                <a:gd name="T49" fmla="*/ 2 h 131"/>
                <a:gd name="T50" fmla="*/ 76 w 90"/>
                <a:gd name="T51" fmla="*/ 112 h 131"/>
                <a:gd name="T52" fmla="*/ 77 w 90"/>
                <a:gd name="T53" fmla="*/ 117 h 131"/>
                <a:gd name="T54" fmla="*/ 80 w 90"/>
                <a:gd name="T55" fmla="*/ 121 h 131"/>
                <a:gd name="T56" fmla="*/ 85 w 90"/>
                <a:gd name="T57" fmla="*/ 122 h 131"/>
                <a:gd name="T58" fmla="*/ 90 w 90"/>
                <a:gd name="T59" fmla="*/ 122 h 131"/>
                <a:gd name="T60" fmla="*/ 90 w 90"/>
                <a:gd name="T61" fmla="*/ 128 h 131"/>
                <a:gd name="T62" fmla="*/ 60 w 90"/>
                <a:gd name="T63" fmla="*/ 113 h 131"/>
                <a:gd name="T64" fmla="*/ 60 w 90"/>
                <a:gd name="T65" fmla="*/ 65 h 131"/>
                <a:gd name="T66" fmla="*/ 58 w 90"/>
                <a:gd name="T67" fmla="*/ 61 h 131"/>
                <a:gd name="T68" fmla="*/ 54 w 90"/>
                <a:gd name="T69" fmla="*/ 56 h 131"/>
                <a:gd name="T70" fmla="*/ 48 w 90"/>
                <a:gd name="T71" fmla="*/ 53 h 131"/>
                <a:gd name="T72" fmla="*/ 41 w 90"/>
                <a:gd name="T73" fmla="*/ 51 h 131"/>
                <a:gd name="T74" fmla="*/ 32 w 90"/>
                <a:gd name="T75" fmla="*/ 54 h 131"/>
                <a:gd name="T76" fmla="*/ 24 w 90"/>
                <a:gd name="T77" fmla="*/ 61 h 131"/>
                <a:gd name="T78" fmla="*/ 19 w 90"/>
                <a:gd name="T79" fmla="*/ 73 h 131"/>
                <a:gd name="T80" fmla="*/ 18 w 90"/>
                <a:gd name="T81" fmla="*/ 89 h 131"/>
                <a:gd name="T82" fmla="*/ 19 w 90"/>
                <a:gd name="T83" fmla="*/ 102 h 131"/>
                <a:gd name="T84" fmla="*/ 23 w 90"/>
                <a:gd name="T85" fmla="*/ 112 h 131"/>
                <a:gd name="T86" fmla="*/ 31 w 90"/>
                <a:gd name="T87" fmla="*/ 120 h 131"/>
                <a:gd name="T88" fmla="*/ 42 w 90"/>
                <a:gd name="T89" fmla="*/ 123 h 131"/>
                <a:gd name="T90" fmla="*/ 53 w 90"/>
                <a:gd name="T91" fmla="*/ 120 h 131"/>
                <a:gd name="T92" fmla="*/ 60 w 90"/>
                <a:gd name="T93" fmla="*/ 11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 h="131">
                  <a:moveTo>
                    <a:pt x="90" y="128"/>
                  </a:moveTo>
                  <a:cubicBezTo>
                    <a:pt x="61" y="129"/>
                    <a:pt x="61" y="129"/>
                    <a:pt x="61" y="129"/>
                  </a:cubicBezTo>
                  <a:cubicBezTo>
                    <a:pt x="60" y="128"/>
                    <a:pt x="60" y="128"/>
                    <a:pt x="60" y="128"/>
                  </a:cubicBezTo>
                  <a:cubicBezTo>
                    <a:pt x="60" y="121"/>
                    <a:pt x="60" y="121"/>
                    <a:pt x="60" y="121"/>
                  </a:cubicBezTo>
                  <a:cubicBezTo>
                    <a:pt x="60" y="120"/>
                    <a:pt x="60" y="120"/>
                    <a:pt x="60" y="120"/>
                  </a:cubicBezTo>
                  <a:cubicBezTo>
                    <a:pt x="57" y="124"/>
                    <a:pt x="53" y="126"/>
                    <a:pt x="49" y="128"/>
                  </a:cubicBezTo>
                  <a:cubicBezTo>
                    <a:pt x="45" y="130"/>
                    <a:pt x="40" y="131"/>
                    <a:pt x="36" y="131"/>
                  </a:cubicBezTo>
                  <a:cubicBezTo>
                    <a:pt x="31" y="131"/>
                    <a:pt x="27" y="130"/>
                    <a:pt x="22" y="128"/>
                  </a:cubicBezTo>
                  <a:cubicBezTo>
                    <a:pt x="18" y="126"/>
                    <a:pt x="14" y="123"/>
                    <a:pt x="11" y="120"/>
                  </a:cubicBezTo>
                  <a:cubicBezTo>
                    <a:pt x="8" y="116"/>
                    <a:pt x="5" y="111"/>
                    <a:pt x="3" y="106"/>
                  </a:cubicBezTo>
                  <a:cubicBezTo>
                    <a:pt x="1" y="100"/>
                    <a:pt x="0" y="94"/>
                    <a:pt x="0" y="88"/>
                  </a:cubicBezTo>
                  <a:cubicBezTo>
                    <a:pt x="0" y="82"/>
                    <a:pt x="1" y="76"/>
                    <a:pt x="3" y="71"/>
                  </a:cubicBezTo>
                  <a:cubicBezTo>
                    <a:pt x="5" y="66"/>
                    <a:pt x="8" y="61"/>
                    <a:pt x="12" y="57"/>
                  </a:cubicBezTo>
                  <a:cubicBezTo>
                    <a:pt x="15" y="53"/>
                    <a:pt x="19" y="50"/>
                    <a:pt x="24" y="48"/>
                  </a:cubicBezTo>
                  <a:cubicBezTo>
                    <a:pt x="29" y="46"/>
                    <a:pt x="34" y="45"/>
                    <a:pt x="39" y="45"/>
                  </a:cubicBezTo>
                  <a:cubicBezTo>
                    <a:pt x="43" y="45"/>
                    <a:pt x="47" y="45"/>
                    <a:pt x="51" y="46"/>
                  </a:cubicBezTo>
                  <a:cubicBezTo>
                    <a:pt x="54" y="47"/>
                    <a:pt x="57" y="49"/>
                    <a:pt x="60" y="50"/>
                  </a:cubicBezTo>
                  <a:cubicBezTo>
                    <a:pt x="60" y="21"/>
                    <a:pt x="60" y="21"/>
                    <a:pt x="60" y="21"/>
                  </a:cubicBezTo>
                  <a:cubicBezTo>
                    <a:pt x="60" y="19"/>
                    <a:pt x="60" y="17"/>
                    <a:pt x="59" y="15"/>
                  </a:cubicBezTo>
                  <a:cubicBezTo>
                    <a:pt x="58" y="13"/>
                    <a:pt x="57" y="12"/>
                    <a:pt x="56" y="11"/>
                  </a:cubicBezTo>
                  <a:cubicBezTo>
                    <a:pt x="54" y="10"/>
                    <a:pt x="52" y="9"/>
                    <a:pt x="49" y="8"/>
                  </a:cubicBezTo>
                  <a:cubicBezTo>
                    <a:pt x="47" y="8"/>
                    <a:pt x="44" y="8"/>
                    <a:pt x="41" y="7"/>
                  </a:cubicBezTo>
                  <a:cubicBezTo>
                    <a:pt x="41" y="2"/>
                    <a:pt x="41" y="2"/>
                    <a:pt x="41" y="2"/>
                  </a:cubicBezTo>
                  <a:cubicBezTo>
                    <a:pt x="74" y="0"/>
                    <a:pt x="74" y="0"/>
                    <a:pt x="74" y="0"/>
                  </a:cubicBezTo>
                  <a:cubicBezTo>
                    <a:pt x="76" y="2"/>
                    <a:pt x="76" y="2"/>
                    <a:pt x="76" y="2"/>
                  </a:cubicBezTo>
                  <a:cubicBezTo>
                    <a:pt x="76" y="112"/>
                    <a:pt x="76" y="112"/>
                    <a:pt x="76" y="112"/>
                  </a:cubicBezTo>
                  <a:cubicBezTo>
                    <a:pt x="76" y="114"/>
                    <a:pt x="76" y="116"/>
                    <a:pt x="77" y="117"/>
                  </a:cubicBezTo>
                  <a:cubicBezTo>
                    <a:pt x="78" y="118"/>
                    <a:pt x="79" y="120"/>
                    <a:pt x="80" y="121"/>
                  </a:cubicBezTo>
                  <a:cubicBezTo>
                    <a:pt x="81" y="121"/>
                    <a:pt x="83" y="122"/>
                    <a:pt x="85" y="122"/>
                  </a:cubicBezTo>
                  <a:cubicBezTo>
                    <a:pt x="87" y="122"/>
                    <a:pt x="88" y="122"/>
                    <a:pt x="90" y="122"/>
                  </a:cubicBezTo>
                  <a:lnTo>
                    <a:pt x="90" y="128"/>
                  </a:lnTo>
                  <a:close/>
                  <a:moveTo>
                    <a:pt x="60" y="113"/>
                  </a:moveTo>
                  <a:cubicBezTo>
                    <a:pt x="60" y="65"/>
                    <a:pt x="60" y="65"/>
                    <a:pt x="60" y="65"/>
                  </a:cubicBezTo>
                  <a:cubicBezTo>
                    <a:pt x="60" y="64"/>
                    <a:pt x="59" y="62"/>
                    <a:pt x="58" y="61"/>
                  </a:cubicBezTo>
                  <a:cubicBezTo>
                    <a:pt x="57" y="59"/>
                    <a:pt x="56" y="57"/>
                    <a:pt x="54" y="56"/>
                  </a:cubicBezTo>
                  <a:cubicBezTo>
                    <a:pt x="53" y="55"/>
                    <a:pt x="51" y="53"/>
                    <a:pt x="48" y="53"/>
                  </a:cubicBezTo>
                  <a:cubicBezTo>
                    <a:pt x="46" y="52"/>
                    <a:pt x="44" y="51"/>
                    <a:pt x="41" y="51"/>
                  </a:cubicBezTo>
                  <a:cubicBezTo>
                    <a:pt x="38" y="51"/>
                    <a:pt x="35" y="52"/>
                    <a:pt x="32" y="54"/>
                  </a:cubicBezTo>
                  <a:cubicBezTo>
                    <a:pt x="29" y="55"/>
                    <a:pt x="26" y="58"/>
                    <a:pt x="24" y="61"/>
                  </a:cubicBezTo>
                  <a:cubicBezTo>
                    <a:pt x="22" y="64"/>
                    <a:pt x="21" y="68"/>
                    <a:pt x="19" y="73"/>
                  </a:cubicBezTo>
                  <a:cubicBezTo>
                    <a:pt x="18" y="78"/>
                    <a:pt x="18" y="83"/>
                    <a:pt x="18" y="89"/>
                  </a:cubicBezTo>
                  <a:cubicBezTo>
                    <a:pt x="18" y="94"/>
                    <a:pt x="18" y="98"/>
                    <a:pt x="19" y="102"/>
                  </a:cubicBezTo>
                  <a:cubicBezTo>
                    <a:pt x="20" y="105"/>
                    <a:pt x="21" y="109"/>
                    <a:pt x="23" y="112"/>
                  </a:cubicBezTo>
                  <a:cubicBezTo>
                    <a:pt x="25" y="115"/>
                    <a:pt x="28" y="118"/>
                    <a:pt x="31" y="120"/>
                  </a:cubicBezTo>
                  <a:cubicBezTo>
                    <a:pt x="34" y="122"/>
                    <a:pt x="38" y="123"/>
                    <a:pt x="42" y="123"/>
                  </a:cubicBezTo>
                  <a:cubicBezTo>
                    <a:pt x="46" y="123"/>
                    <a:pt x="50" y="122"/>
                    <a:pt x="53" y="120"/>
                  </a:cubicBezTo>
                  <a:cubicBezTo>
                    <a:pt x="56" y="118"/>
                    <a:pt x="58" y="116"/>
                    <a:pt x="60"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9" name="TextBox 38">
            <a:extLst>
              <a:ext uri="{FF2B5EF4-FFF2-40B4-BE49-F238E27FC236}">
                <a16:creationId xmlns:a16="http://schemas.microsoft.com/office/drawing/2014/main" id="{5CFA4158-A3A6-540C-015A-46FFD619FDA6}"/>
              </a:ext>
            </a:extLst>
          </p:cNvPr>
          <p:cNvSpPr txBox="1"/>
          <p:nvPr/>
        </p:nvSpPr>
        <p:spPr>
          <a:xfrm>
            <a:off x="264802" y="6093739"/>
            <a:ext cx="4307197" cy="430887"/>
          </a:xfrm>
          <a:prstGeom prst="rect">
            <a:avLst/>
          </a:prstGeom>
          <a:noFill/>
        </p:spPr>
        <p:txBody>
          <a:bodyPr wrap="square" lIns="0" tIns="0" rIns="0" bIns="0" rtlCol="0" anchor="b">
            <a:spAutoFit/>
          </a:bodyPr>
          <a:lstStyle/>
          <a:p>
            <a:r>
              <a:rPr lang="en-GB" sz="1400" b="1" dirty="0">
                <a:solidFill>
                  <a:schemeClr val="bg1"/>
                </a:solidFill>
              </a:rPr>
              <a:t>We’re here to help, get in touch:</a:t>
            </a:r>
          </a:p>
          <a:p>
            <a:r>
              <a:rPr lang="en-GB" sz="1400" b="0" dirty="0">
                <a:solidFill>
                  <a:schemeClr val="bg1"/>
                </a:solidFill>
                <a:hlinkClick r:id="rId2">
                  <a:extLst>
                    <a:ext uri="{A12FA001-AC4F-418D-AE19-62706E023703}">
                      <ahyp:hlinkClr xmlns:ahyp="http://schemas.microsoft.com/office/drawing/2018/hyperlinkcolor" val="tx"/>
                    </a:ext>
                  </a:extLst>
                </a:hlinkClick>
              </a:rPr>
              <a:t>collision-help@foresightfactory.co</a:t>
            </a:r>
            <a:r>
              <a:rPr lang="en-GB" sz="1400" b="0" dirty="0">
                <a:solidFill>
                  <a:schemeClr val="bg1"/>
                </a:solidFill>
              </a:rPr>
              <a:t> </a:t>
            </a:r>
          </a:p>
        </p:txBody>
      </p:sp>
    </p:spTree>
    <p:extLst>
      <p:ext uri="{BB962C8B-B14F-4D97-AF65-F5344CB8AC3E}">
        <p14:creationId xmlns:p14="http://schemas.microsoft.com/office/powerpoint/2010/main" val="1126819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GB" dirty="0"/>
              <a:t>Self-tracking for the optimisation of life and planet</a:t>
            </a:r>
          </a:p>
        </p:txBody>
      </p:sp>
      <p:sp>
        <p:nvSpPr>
          <p:cNvPr id="2" name="Text Placeholder 1"/>
          <p:cNvSpPr>
            <a:spLocks noGrp="1"/>
          </p:cNvSpPr>
          <p:nvPr>
            <p:ph type="body" sz="quarter" idx="10"/>
          </p:nvPr>
        </p:nvSpPr>
        <p:spPr/>
        <p:txBody>
          <a:bodyPr/>
          <a:lstStyle/>
          <a:p>
            <a:r>
              <a:rPr lang="en-GB" dirty="0"/>
              <a:t>Quantify Me</a:t>
            </a:r>
          </a:p>
        </p:txBody>
      </p:sp>
      <p:sp>
        <p:nvSpPr>
          <p:cNvPr id="4" name="Isosceles Triangle 3">
            <a:extLst>
              <a:ext uri="{FF2B5EF4-FFF2-40B4-BE49-F238E27FC236}">
                <a16:creationId xmlns:a16="http://schemas.microsoft.com/office/drawing/2014/main" id="{E14E49DD-6BD6-AE88-54E0-B4E3BFBA7A45}"/>
              </a:ext>
            </a:extLst>
          </p:cNvPr>
          <p:cNvSpPr/>
          <p:nvPr/>
        </p:nvSpPr>
        <p:spPr>
          <a:xfrm rot="10800000">
            <a:off x="7668344" y="-1"/>
            <a:ext cx="1476164" cy="1052736"/>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74BAF5FD-3904-EAE7-2BE8-B0E16EE59AC2}"/>
              </a:ext>
            </a:extLst>
          </p:cNvPr>
          <p:cNvSpPr txBox="1"/>
          <p:nvPr/>
        </p:nvSpPr>
        <p:spPr>
          <a:xfrm>
            <a:off x="8460432" y="44624"/>
            <a:ext cx="683568" cy="646331"/>
          </a:xfrm>
          <a:prstGeom prst="rect">
            <a:avLst/>
          </a:prstGeom>
          <a:noFill/>
        </p:spPr>
        <p:txBody>
          <a:bodyPr wrap="square" rtlCol="0">
            <a:spAutoFit/>
          </a:bodyPr>
          <a:lstStyle/>
          <a:p>
            <a:pPr algn="ctr"/>
            <a:r>
              <a:rPr lang="en-GB" sz="3600" b="1" dirty="0">
                <a:solidFill>
                  <a:schemeClr val="bg1"/>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852840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Self-tracking for the optimisation of life and planet</a:t>
            </a:r>
          </a:p>
          <a:p>
            <a:r>
              <a:rPr b="1" dirty="0"/>
              <a:t>There is a growing desire to quantify more aspects of life.</a:t>
            </a:r>
            <a:r>
              <a:t> More and more consumers are engaging with self-monitoring tools that allow them to satisfy their self-curiosity and understand their performance versus their peers, whether in terms of physical activity, daily spending or home energy usage. While this trend has been on the horizon for several years (we first began tracking the quantified self movement in 2006), it is now being adopted by the mainstream consumer. In particular the COVID-19 pandemic boosted the desire to understand personal performance, particularly in terms of wellbeing, and this desire persists as consumers seek to improve their immunity levels, productivity and resilience to meet the demands of a post-pandemic world. </a:t>
            </a:r>
          </a:p>
          <a:p>
            <a:r>
              <a:rPr b="1" dirty="0"/>
              <a:t>Diagnosis, prescriptions and recommendations are required.</a:t>
            </a:r>
            <a:r>
              <a:t> The driving need here is about more than just understanding – it is about acting. For many, the end goal of self-quantification is to optimise and hack their behaviour to ultimately be better and reach goals faster. And the metrics and accuracy with which consumers can track their habits and consumption is constantly expanding as technology improves and device makers strive for greater inclusivity. </a:t>
            </a:r>
          </a:p>
          <a:p>
            <a:r>
              <a:rPr b="1" dirty="0"/>
              <a:t>There is a shift from individual to collective impact.</a:t>
            </a:r>
            <a:r>
              <a:t> Consumers increasingly want to understand the impact of their actions not just on their waistlines and wallets, but on the people around them and the wider world. Tools that provide insight into the environmental and ethical consequences of consumption choices are emerging – allowing consumers to see the carbon cost of a particular purchase, for example. This provides consumers with an additional lens with which to measure performance, and a more holistic view of “better” which doesn’t just include physical or mental metrics, but moral ones too.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is Quantify Me?</a:t>
            </a:r>
          </a:p>
        </p:txBody>
      </p:sp>
    </p:spTree>
    <p:extLst>
      <p:ext uri="{BB962C8B-B14F-4D97-AF65-F5344CB8AC3E}">
        <p14:creationId xmlns:p14="http://schemas.microsoft.com/office/powerpoint/2010/main" val="3054531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Reward consumers for sharing their data.</a:t>
            </a:r>
            <a:r>
              <a:t> Savvy shoppers are increasingly aware of the value of their personal data to companies, and many are prepared to share it in exchange it for benefits, as explored in our trend </a:t>
            </a:r>
            <a:r>
              <a:rPr>
                <a:hlinkClick r:id="rId2"/>
              </a:rPr>
              <a:t>Data as Currency</a:t>
            </a:r>
            <a:r>
              <a:t>. The growth in measurement of various aspects of daily life generates a vast array of new data which can be exchanged for discounts and other rewards. </a:t>
            </a:r>
          </a:p>
          <a:p>
            <a:r>
              <a:rPr b="1" dirty="0"/>
              <a:t>Tailor rewards using data gathered.</a:t>
            </a:r>
            <a:r>
              <a:t> Another advantage of harvesting a much wider array of customer data from loyalty programme members is brands can provide them with discounts and other rewards that are personalised to their needs and aspirations. Consumer habits relating to health, spending and the environment can all be monitored, to provide information on whether each individual would prefer complimentary carbon offsetting or discounted pricing, for instance.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this means for: Loyalty</a:t>
            </a:r>
          </a:p>
        </p:txBody>
      </p:sp>
    </p:spTree>
    <p:extLst>
      <p:ext uri="{BB962C8B-B14F-4D97-AF65-F5344CB8AC3E}">
        <p14:creationId xmlns:p14="http://schemas.microsoft.com/office/powerpoint/2010/main" val="3054531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Isosceles Triangle 3">
            <a:extLst>
              <a:ext uri="{FF2B5EF4-FFF2-40B4-BE49-F238E27FC236}">
                <a16:creationId xmlns:a16="http://schemas.microsoft.com/office/drawing/2014/main" id="{EA5C20C5-617C-D685-5738-0337A85C55B0}"/>
              </a:ext>
            </a:extLst>
          </p:cNvPr>
          <p:cNvSpPr/>
          <p:nvPr/>
        </p:nvSpPr>
        <p:spPr>
          <a:xfrm rot="10800000">
            <a:off x="7668344" y="-1"/>
            <a:ext cx="1476164" cy="1052736"/>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68F1C67E-D328-C43F-93FB-B482906265EB}"/>
              </a:ext>
            </a:extLst>
          </p:cNvPr>
          <p:cNvSpPr txBox="1"/>
          <p:nvPr/>
        </p:nvSpPr>
        <p:spPr>
          <a:xfrm>
            <a:off x="8460432" y="44624"/>
            <a:ext cx="683568" cy="646331"/>
          </a:xfrm>
          <a:prstGeom prst="rect">
            <a:avLst/>
          </a:prstGeom>
          <a:noFill/>
        </p:spPr>
        <p:txBody>
          <a:bodyPr wrap="square" rtlCol="0">
            <a:spAutoFit/>
          </a:bodyPr>
          <a:lstStyle/>
          <a:p>
            <a:pPr algn="ctr"/>
            <a:r>
              <a:rPr lang="en-GB" sz="3600" b="1" dirty="0">
                <a:solidFill>
                  <a:schemeClr val="bg1"/>
                </a:solidFill>
                <a:latin typeface="Arial" panose="020B0604020202020204" pitchFamily="34" charset="0"/>
                <a:cs typeface="Arial" panose="020B0604020202020204" pitchFamily="34" charset="0"/>
              </a:rPr>
              <a:t>2</a:t>
            </a:r>
          </a:p>
        </p:txBody>
      </p:sp>
      <p:sp>
        <p:nvSpPr>
          <p:cNvPr id="3" name="Text Placeholder 2"/>
          <p:cNvSpPr>
            <a:spLocks noGrp="1"/>
          </p:cNvSpPr>
          <p:nvPr>
            <p:ph type="body" sz="quarter" idx="11"/>
          </p:nvPr>
        </p:nvSpPr>
        <p:spPr/>
        <p:txBody>
          <a:bodyPr/>
          <a:lstStyle/>
          <a:p>
            <a:r>
              <a:rPr lang="en-GB" dirty="0"/>
              <a:t>Reducing, reusing, recycling and repairing in a bid to combat throwaway culture​</a:t>
            </a:r>
          </a:p>
        </p:txBody>
      </p:sp>
      <p:sp>
        <p:nvSpPr>
          <p:cNvPr id="2" name="Text Placeholder 1"/>
          <p:cNvSpPr>
            <a:spLocks noGrp="1"/>
          </p:cNvSpPr>
          <p:nvPr>
            <p:ph type="body" sz="quarter" idx="10"/>
          </p:nvPr>
        </p:nvSpPr>
        <p:spPr/>
        <p:txBody>
          <a:bodyPr/>
          <a:lstStyle/>
          <a:p>
            <a:r>
              <a:rPr lang="en-GB" dirty="0"/>
              <a:t>War on Waste</a:t>
            </a:r>
          </a:p>
        </p:txBody>
      </p:sp>
    </p:spTree>
    <p:extLst>
      <p:ext uri="{BB962C8B-B14F-4D97-AF65-F5344CB8AC3E}">
        <p14:creationId xmlns:p14="http://schemas.microsoft.com/office/powerpoint/2010/main" val="2230201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Reducing, reusing, recycling and repairing in a bid to combat throwaway culture​</a:t>
            </a:r>
          </a:p>
          <a:p>
            <a:r>
              <a:rPr b="1" dirty="0"/>
              <a:t>Consumer awareness of – and aversion to – waste is growing.</a:t>
            </a:r>
            <a:r>
              <a:t> Public awareness campaigns, documentaries and media have all served to raise awareness of wasteful practices and drive demand for a more sustainable future. Many consumers are making personal efforts to reduce waste at home. One response is simply buying less, but this is not always possible or a realistic option. For some, learning to repair and upcycle products – be they clothing, homewares or electronics – is an appealing alternative, especially as the popularity of DIY grows. ​ </a:t>
            </a:r>
          </a:p>
          <a:p>
            <a:r>
              <a:rPr b="1" dirty="0"/>
              <a:t>An increasing number of government and brand policies support waste-lite living.</a:t>
            </a:r>
            <a:r>
              <a:t> Some countries have introduced charges for single-use plastic bags. More brands are offering repair and end-of-life services, exploring circular models, switching to recycled or recyclable packaging, and celebrating “ugly” produce (i.e. fruit and vegetables) that would once have been considered unsellable. All of these initiatives speak to the consumer desire to rethink the buy-use-discard model.​ </a:t>
            </a:r>
          </a:p>
          <a:p>
            <a:r>
              <a:rPr b="1" dirty="0"/>
              <a:t>Rental, recommerce and resale bolster this trend</a:t>
            </a:r>
            <a:r>
              <a:t>. The recommerce industry has boomed in recent years, allowing consumers to sell their old and under-used items for cash instead of trashing them. Meanwhile, rental services are also expanding their reach and moving into new categories, meaning consumers can have temporary access to an item they might use only once, such as a wedding dress or DIY tool. Some fashion brands have launched rental-only product collections. At the same time, we see renewed interest in products that are built to last. These place an emphasis on quality and endurance – often costing more in terms of initial investment but providing significant long-term value.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is War on Waste?</a:t>
            </a:r>
          </a:p>
        </p:txBody>
      </p:sp>
    </p:spTree>
    <p:extLst>
      <p:ext uri="{BB962C8B-B14F-4D97-AF65-F5344CB8AC3E}">
        <p14:creationId xmlns:p14="http://schemas.microsoft.com/office/powerpoint/2010/main" val="2506833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Tie rewards to recycling and waste avoidance.</a:t>
            </a:r>
            <a:r>
              <a:t> If sustainability and resource protection are core values for your brand, consider how you can incentivise your customers to adopt these values too. One route is to link loyalty points or discounts to waste-reducing behaviour like using in-store recycling bins, returning waste packaging for upcycling, or bringing reusable bags or containers to stores. ​ </a:t>
            </a:r>
          </a:p>
          <a:p>
            <a:r>
              <a:rPr b="1" dirty="0"/>
              <a:t>Maintain an aftermarket for your products.</a:t>
            </a:r>
            <a:r>
              <a:t> Engage customers even after the initial point of sale by involving your brand in the reselling process. For instance, consider allowing consumers to return unfinished or unused products for you to review, clean and resell. You could then offer rewards, discounts, store credit or donations to an eco-focused charity in exchange. This creates a touchpoint with the reseller and could also offer a valuable opportunity for feedback on why they do not wish to keep the product. ​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this means for: Loyalty</a:t>
            </a:r>
          </a:p>
        </p:txBody>
      </p:sp>
    </p:spTree>
    <p:extLst>
      <p:ext uri="{BB962C8B-B14F-4D97-AF65-F5344CB8AC3E}">
        <p14:creationId xmlns:p14="http://schemas.microsoft.com/office/powerpoint/2010/main" val="3326713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GB" dirty="0"/>
              <a:t>Contactless, digital and biometric innovations transform payments ​</a:t>
            </a:r>
          </a:p>
        </p:txBody>
      </p:sp>
      <p:sp>
        <p:nvSpPr>
          <p:cNvPr id="2" name="Text Placeholder 1"/>
          <p:cNvSpPr>
            <a:spLocks noGrp="1"/>
          </p:cNvSpPr>
          <p:nvPr>
            <p:ph type="body" sz="quarter" idx="10"/>
          </p:nvPr>
        </p:nvSpPr>
        <p:spPr/>
        <p:txBody>
          <a:bodyPr/>
          <a:lstStyle/>
          <a:p>
            <a:r>
              <a:rPr lang="en-GB" dirty="0"/>
              <a:t>Cashless Society</a:t>
            </a:r>
          </a:p>
        </p:txBody>
      </p:sp>
      <p:sp>
        <p:nvSpPr>
          <p:cNvPr id="4" name="Isosceles Triangle 3">
            <a:extLst>
              <a:ext uri="{FF2B5EF4-FFF2-40B4-BE49-F238E27FC236}">
                <a16:creationId xmlns:a16="http://schemas.microsoft.com/office/drawing/2014/main" id="{C3EEED2E-5F06-FF95-68DF-764BA36F8953}"/>
              </a:ext>
            </a:extLst>
          </p:cNvPr>
          <p:cNvSpPr/>
          <p:nvPr/>
        </p:nvSpPr>
        <p:spPr>
          <a:xfrm rot="10800000">
            <a:off x="7668344" y="-1"/>
            <a:ext cx="1476164" cy="1052736"/>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9694F36D-560A-DBC7-6772-7C049543FAE5}"/>
              </a:ext>
            </a:extLst>
          </p:cNvPr>
          <p:cNvSpPr txBox="1"/>
          <p:nvPr/>
        </p:nvSpPr>
        <p:spPr>
          <a:xfrm>
            <a:off x="8460432" y="44624"/>
            <a:ext cx="683568" cy="646331"/>
          </a:xfrm>
          <a:prstGeom prst="rect">
            <a:avLst/>
          </a:prstGeom>
          <a:noFill/>
        </p:spPr>
        <p:txBody>
          <a:bodyPr wrap="square" rtlCol="0">
            <a:spAutoFit/>
          </a:bodyPr>
          <a:lstStyle/>
          <a:p>
            <a:pPr algn="ctr"/>
            <a:r>
              <a:rPr lang="en-GB" sz="3600" b="1" dirty="0">
                <a:solidFill>
                  <a:schemeClr val="bg1"/>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2931663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Contactless, digital and biometric innovations transform payments​</a:t>
            </a:r>
          </a:p>
          <a:p>
            <a:r>
              <a:rPr b="1" dirty="0"/>
              <a:t>Contactless options are eliminating the need for cash.</a:t>
            </a:r>
            <a:r>
              <a:t> Contactless is speedy, secure, convenient and traceable. Alongside peer-to-peer apps and biometric identification, it has in many places eliminated the need for cash altogether. Cashless payment can also facilitate truly seamless transactions, removing the need for a time-consuming in-store checkout and even untethering the POS from IRL locations. For instance, concepts like</a:t>
            </a:r>
            <a:r>
              <a:rPr b="1" dirty="0"/>
              <a:t> Amazon Go</a:t>
            </a:r>
            <a:r>
              <a:t> use tech to verify identity and allow customers to simply walk out of the store to complete a purchase. ​ </a:t>
            </a:r>
          </a:p>
          <a:p>
            <a:r>
              <a:rPr b="1" dirty="0"/>
              <a:t>Digital innovations boost convenience and financial transparency</a:t>
            </a:r>
            <a:r>
              <a:t>. Contactless cards are slowly being supplanted by even more convenient methods of payment. Linking cards to mobile wallets loaded on smart watches means that the consumer can pay without ever reaching into their pocket. Iris recognition, face or thumbprint scans, plus innovations like subdermal implants remove the need for anything but the customer's physical presence. Meanwhile, tools that analyse spending for budgeting purposes can be integrated and automated in a </a:t>
            </a:r>
            <a:r>
              <a:rPr b="1" dirty="0"/>
              <a:t>Cashless Society</a:t>
            </a:r>
            <a:r>
              <a:t>, enabling consumers to exercise control over their incomings and outgoings. As more consumers adopt a digital-first approach to personal finances, this creates fertile ground for online-only challenger banks (and wealth management services), as well as alternatives to fiat currencies, such as cryptocurrencies. ​ </a:t>
            </a:r>
          </a:p>
          <a:p>
            <a:r>
              <a:rPr b="1" dirty="0"/>
              <a:t>However, barriers to complete cashlessness remain.</a:t>
            </a:r>
            <a:r>
              <a:t> Even as more cash-based businesses adopt mobile payments, many consumers are still wedded to cash – some out of choice, others out of necessity. Poorly-planned transitions to completely cashless transactions can leave groups like the unbanked and the underbanked unable to access services. Data anxiety and a desire for anonymity are also factors that could slow the uptake of cashless payments, given that non-cash purchases can be easily tracked. To earn trust, retailers and payment providers will need to tout their security credentials, and anonymised digital wallets and cryptocurrency might help here too.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is Cashless Society?</a:t>
            </a:r>
          </a:p>
        </p:txBody>
      </p:sp>
    </p:spTree>
    <p:extLst>
      <p:ext uri="{BB962C8B-B14F-4D97-AF65-F5344CB8AC3E}">
        <p14:creationId xmlns:p14="http://schemas.microsoft.com/office/powerpoint/2010/main" val="2275038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058E7F8-A0D7-4821-808E-5C3FFD0C2942}"/>
              </a:ext>
            </a:extLst>
          </p:cNvPr>
          <p:cNvSpPr>
            <a:spLocks noGrp="1"/>
          </p:cNvSpPr>
          <p:nvPr>
            <p:ph type="body" sz="quarter" idx="10"/>
          </p:nvPr>
        </p:nvSpPr>
        <p:spPr/>
        <p:txBody>
          <a:bodyPr/>
          <a:lstStyle/>
          <a:p>
            <a:endParaRPr lang="en-GB"/>
          </a:p>
        </p:txBody>
      </p:sp>
      <p:sp>
        <p:nvSpPr>
          <p:cNvPr id="4" name="Text Placeholder 3"/>
          <p:cNvSpPr>
            <a:spLocks noGrp="1"/>
          </p:cNvSpPr>
          <p:nvPr>
            <p:ph type="body" sz="quarter" idx="11"/>
          </p:nvPr>
        </p:nvSpPr>
        <p:spPr>
          <a:xfrm>
            <a:off x="250825" y="1736725"/>
            <a:ext cx="8642350" cy="4645026"/>
          </a:xfrm>
        </p:spPr>
        <p:txBody>
          <a:bodyPr/>
          <a:lstStyle/>
          <a:p>
            <a:r>
              <a:rPr b="1" dirty="0"/>
              <a:t>Recognise loyal customers at the point of sale.</a:t>
            </a:r>
            <a:r>
              <a:t> It is easier to recognise loyal and returning customers when they are paying via cashless means. This enables brands to integrate CRM information into the point of sale – for instance, automatically loading rewards points or vouchers onto a customer profile, without consumers needing to carry extra loyalty cards. Third parties are currently experimenting with consolidated loyalty and payment wallets. </a:t>
            </a:r>
          </a:p>
        </p:txBody>
      </p:sp>
      <p:sp>
        <p:nvSpPr>
          <p:cNvPr id="8" name="Title 7">
            <a:extLst>
              <a:ext uri="{FF2B5EF4-FFF2-40B4-BE49-F238E27FC236}">
                <a16:creationId xmlns:a16="http://schemas.microsoft.com/office/drawing/2014/main" id="{F81155E6-8BF1-458B-B680-D4A2EBFAC2B5}"/>
              </a:ext>
            </a:extLst>
          </p:cNvPr>
          <p:cNvSpPr>
            <a:spLocks noGrp="1"/>
          </p:cNvSpPr>
          <p:nvPr>
            <p:ph type="title"/>
          </p:nvPr>
        </p:nvSpPr>
        <p:spPr>
          <a:xfrm>
            <a:off x="250828" y="727200"/>
            <a:ext cx="8642348" cy="886397"/>
          </a:xfrm>
        </p:spPr>
        <p:txBody>
          <a:bodyPr/>
          <a:lstStyle/>
          <a:p>
            <a:r>
              <a:rPr lang="en-GB" dirty="0"/>
              <a:t>What this means for: Loyalty</a:t>
            </a:r>
          </a:p>
        </p:txBody>
      </p:sp>
    </p:spTree>
    <p:extLst>
      <p:ext uri="{BB962C8B-B14F-4D97-AF65-F5344CB8AC3E}">
        <p14:creationId xmlns:p14="http://schemas.microsoft.com/office/powerpoint/2010/main" val="3165177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F0215C-822F-F876-1C36-259EB0C34B85}"/>
              </a:ext>
            </a:extLst>
          </p:cNvPr>
          <p:cNvSpPr>
            <a:spLocks noGrp="1"/>
          </p:cNvSpPr>
          <p:nvPr>
            <p:ph type="body" sz="quarter" idx="10"/>
          </p:nvPr>
        </p:nvSpPr>
        <p:spPr/>
        <p:txBody>
          <a:bodyPr/>
          <a:lstStyle/>
          <a:p>
            <a:r>
              <a:rPr lang="en-GB" dirty="0"/>
              <a:t>Source: Foresight Factory</a:t>
            </a:r>
          </a:p>
        </p:txBody>
      </p:sp>
      <p:sp>
        <p:nvSpPr>
          <p:cNvPr id="3" name="Text Placeholder 2">
            <a:extLst>
              <a:ext uri="{FF2B5EF4-FFF2-40B4-BE49-F238E27FC236}">
                <a16:creationId xmlns:a16="http://schemas.microsoft.com/office/drawing/2014/main" id="{4CDB0723-7D37-E408-C913-18557A83A58F}"/>
              </a:ext>
            </a:extLst>
          </p:cNvPr>
          <p:cNvSpPr>
            <a:spLocks noGrp="1"/>
          </p:cNvSpPr>
          <p:nvPr>
            <p:ph type="body" sz="quarter" idx="12"/>
          </p:nvPr>
        </p:nvSpPr>
        <p:spPr>
          <a:xfrm>
            <a:off x="250825" y="331200"/>
            <a:ext cx="8137525" cy="184666"/>
          </a:xfrm>
        </p:spPr>
        <p:txBody>
          <a:bodyPr/>
          <a:lstStyle/>
          <a:p>
            <a:r>
              <a:rPr lang="en-GB" dirty="0"/>
              <a:t> </a:t>
            </a:r>
          </a:p>
        </p:txBody>
      </p:sp>
      <p:sp>
        <p:nvSpPr>
          <p:cNvPr id="4" name="Text Placeholder 3">
            <a:extLst>
              <a:ext uri="{FF2B5EF4-FFF2-40B4-BE49-F238E27FC236}">
                <a16:creationId xmlns:a16="http://schemas.microsoft.com/office/drawing/2014/main" id="{C32C79AA-F94C-A82F-3324-FC9956A233A7}"/>
              </a:ext>
            </a:extLst>
          </p:cNvPr>
          <p:cNvSpPr>
            <a:spLocks noGrp="1"/>
          </p:cNvSpPr>
          <p:nvPr>
            <p:ph type="body" sz="quarter" idx="13"/>
          </p:nvPr>
        </p:nvSpPr>
        <p:spPr>
          <a:xfrm>
            <a:off x="250824" y="152636"/>
            <a:ext cx="8137526" cy="184666"/>
          </a:xfrm>
        </p:spPr>
        <p:txBody>
          <a:bodyPr/>
          <a:lstStyle/>
          <a:p>
            <a:r>
              <a:rPr lang="en-GB" dirty="0"/>
              <a:t> </a:t>
            </a:r>
          </a:p>
        </p:txBody>
      </p:sp>
      <p:sp>
        <p:nvSpPr>
          <p:cNvPr id="5" name="Text Placeholder 4">
            <a:extLst>
              <a:ext uri="{FF2B5EF4-FFF2-40B4-BE49-F238E27FC236}">
                <a16:creationId xmlns:a16="http://schemas.microsoft.com/office/drawing/2014/main" id="{5A2A17F5-BDB6-3277-82F6-DE5BCCE429BF}"/>
              </a:ext>
            </a:extLst>
          </p:cNvPr>
          <p:cNvSpPr>
            <a:spLocks noGrp="1"/>
          </p:cNvSpPr>
          <p:nvPr>
            <p:ph type="body" sz="quarter" idx="11"/>
          </p:nvPr>
        </p:nvSpPr>
        <p:spPr/>
        <p:txBody>
          <a:bodyPr/>
          <a:lstStyle/>
          <a:p>
            <a:pPr marL="228600" indent="-228600">
              <a:buClr>
                <a:schemeClr val="tx1"/>
              </a:buClr>
              <a:buSzPct val="100000"/>
              <a:buFont typeface="+mj-lt"/>
              <a:buAutoNum type="arabicPeriod" startAt="4"/>
            </a:pPr>
            <a:r>
              <a:rPr lang="en-GB" sz="1200" b="1" dirty="0">
                <a:hlinkClick r:id="rId3"/>
              </a:rPr>
              <a:t>Cashless Society</a:t>
            </a:r>
            <a:r>
              <a:rPr lang="en-GB" sz="1200" dirty="0"/>
              <a:t>: </a:t>
            </a:r>
            <a:r>
              <a:rPr lang="en-GB" sz="1200" i="0" dirty="0">
                <a:effectLst/>
                <a:latin typeface="Georgia" panose="02040502050405020303" pitchFamily="18" charset="0"/>
              </a:rPr>
              <a:t>Contactless, digital and biometric innovations transform payments (x 0.247, y -4.560)</a:t>
            </a:r>
            <a:endParaRPr lang="en-GB" sz="1200" dirty="0"/>
          </a:p>
          <a:p>
            <a:pPr marL="228600" indent="-228600">
              <a:buSzPct val="100000"/>
              <a:buFont typeface="+mj-lt"/>
              <a:buAutoNum type="arabicPeriod" startAt="4"/>
            </a:pPr>
            <a:r>
              <a:rPr lang="en-GB" sz="1200" b="1" u="sng" dirty="0">
                <a:solidFill>
                  <a:schemeClr val="bg2"/>
                </a:solidFill>
              </a:rPr>
              <a:t>Gender Unbound</a:t>
            </a:r>
            <a:r>
              <a:rPr lang="en-GB" sz="1200" dirty="0"/>
              <a:t>: Renouncing traditional notions of gender and sex in favour of freedom and flexibility</a:t>
            </a:r>
          </a:p>
          <a:p>
            <a:pPr marL="228600" indent="-228600">
              <a:buSzPct val="100000"/>
              <a:buFont typeface="+mj-lt"/>
              <a:buAutoNum type="arabicPeriod" startAt="4"/>
            </a:pPr>
            <a:r>
              <a:rPr lang="en-GB" sz="1200" b="1" u="sng" dirty="0">
                <a:solidFill>
                  <a:schemeClr val="bg2"/>
                </a:solidFill>
              </a:rPr>
              <a:t>Choice Partners</a:t>
            </a:r>
            <a:r>
              <a:rPr lang="en-GB" sz="1200" dirty="0"/>
              <a:t>: </a:t>
            </a:r>
            <a:r>
              <a:rPr lang="en-GB" sz="1200" i="0" dirty="0">
                <a:effectLst/>
                <a:latin typeface="Georgia" panose="02040502050405020303" pitchFamily="18" charset="0"/>
              </a:rPr>
              <a:t>Looking to brands, platforms and trusted voices for decision-making shortcuts</a:t>
            </a:r>
            <a:endParaRPr lang="en-GB" sz="1200" dirty="0"/>
          </a:p>
          <a:p>
            <a:pPr marL="228600" indent="-228600">
              <a:buSzPct val="100000"/>
              <a:buFont typeface="+mj-lt"/>
              <a:buAutoNum type="arabicPeriod" startAt="4"/>
            </a:pPr>
            <a:r>
              <a:rPr lang="en-GB" sz="1200" b="1" u="sng" dirty="0">
                <a:solidFill>
                  <a:schemeClr val="bg2"/>
                </a:solidFill>
              </a:rPr>
              <a:t>Flexible Loyalty</a:t>
            </a:r>
            <a:r>
              <a:rPr lang="en-GB" sz="1200" dirty="0"/>
              <a:t>: </a:t>
            </a:r>
            <a:r>
              <a:rPr lang="en-GB" sz="1200" i="0" dirty="0">
                <a:effectLst/>
                <a:latin typeface="Georgia" panose="02040502050405020303" pitchFamily="18" charset="0"/>
              </a:rPr>
              <a:t>Valuing low-commitment and flexible relationships with brands​</a:t>
            </a:r>
          </a:p>
          <a:p>
            <a:pPr marL="228600" indent="-228600">
              <a:buSzPct val="100000"/>
              <a:buFont typeface="+mj-lt"/>
              <a:buAutoNum type="arabicPeriod" startAt="4"/>
            </a:pPr>
            <a:r>
              <a:rPr lang="en-GB" sz="1200" b="1" u="sng" dirty="0">
                <a:solidFill>
                  <a:schemeClr val="bg2"/>
                </a:solidFill>
                <a:latin typeface="Georgia" panose="02040502050405020303" pitchFamily="18" charset="0"/>
              </a:rPr>
              <a:t>The Great Indoors</a:t>
            </a:r>
            <a:r>
              <a:rPr lang="en-GB" sz="1200" dirty="0">
                <a:latin typeface="Georgia" panose="02040502050405020303" pitchFamily="18" charset="0"/>
              </a:rPr>
              <a:t>:</a:t>
            </a:r>
            <a:r>
              <a:rPr lang="en-GB" sz="1200" b="1" dirty="0">
                <a:latin typeface="Georgia" panose="02040502050405020303" pitchFamily="18" charset="0"/>
              </a:rPr>
              <a:t> </a:t>
            </a:r>
            <a:r>
              <a:rPr lang="en-GB" sz="1200" i="0" dirty="0">
                <a:effectLst/>
                <a:latin typeface="Georgia" panose="02040502050405020303" pitchFamily="18" charset="0"/>
              </a:rPr>
              <a:t>Wanting to spend time in the sanctuary of the home space​</a:t>
            </a:r>
            <a:endParaRPr lang="en-GB" sz="1200" dirty="0"/>
          </a:p>
          <a:p>
            <a:endParaRPr lang="en-GB" sz="1200" dirty="0"/>
          </a:p>
        </p:txBody>
      </p:sp>
      <p:sp>
        <p:nvSpPr>
          <p:cNvPr id="8" name="Rectangle 7">
            <a:extLst>
              <a:ext uri="{FF2B5EF4-FFF2-40B4-BE49-F238E27FC236}">
                <a16:creationId xmlns:a16="http://schemas.microsoft.com/office/drawing/2014/main" id="{6978B03C-118E-0E63-41C4-53B24E253C92}"/>
              </a:ext>
            </a:extLst>
          </p:cNvPr>
          <p:cNvSpPr/>
          <p:nvPr/>
        </p:nvSpPr>
        <p:spPr>
          <a:xfrm>
            <a:off x="250825" y="736369"/>
            <a:ext cx="8613781" cy="4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Additional trends</a:t>
            </a: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 Placeholder 9">
            <a:extLst>
              <a:ext uri="{FF2B5EF4-FFF2-40B4-BE49-F238E27FC236}">
                <a16:creationId xmlns:a16="http://schemas.microsoft.com/office/drawing/2014/main" id="{B4BC6127-492A-45EA-46A4-440D0AE8CF35}"/>
              </a:ext>
            </a:extLst>
          </p:cNvPr>
          <p:cNvSpPr>
            <a:spLocks noGrp="1"/>
          </p:cNvSpPr>
          <p:nvPr>
            <p:ph type="body" sz="quarter" idx="14"/>
          </p:nvPr>
        </p:nvSpPr>
        <p:spPr/>
        <p:txBody>
          <a:bodyPr/>
          <a:lstStyle/>
          <a:p>
            <a:r>
              <a:rPr lang="en-GB" dirty="0"/>
              <a:t> </a:t>
            </a:r>
          </a:p>
        </p:txBody>
      </p:sp>
      <p:sp>
        <p:nvSpPr>
          <p:cNvPr id="12" name="Text Placeholder 11">
            <a:extLst>
              <a:ext uri="{FF2B5EF4-FFF2-40B4-BE49-F238E27FC236}">
                <a16:creationId xmlns:a16="http://schemas.microsoft.com/office/drawing/2014/main" id="{082B50A8-BA9E-4C24-D374-9BCA0E42790A}"/>
              </a:ext>
            </a:extLst>
          </p:cNvPr>
          <p:cNvSpPr>
            <a:spLocks noGrp="1"/>
          </p:cNvSpPr>
          <p:nvPr>
            <p:ph type="body" sz="quarter" idx="15"/>
          </p:nvPr>
        </p:nvSpPr>
        <p:spPr/>
        <p:txBody>
          <a:bodyPr/>
          <a:lstStyle/>
          <a:p>
            <a:r>
              <a:rPr lang="en-GB" dirty="0"/>
              <a:t> </a:t>
            </a:r>
          </a:p>
        </p:txBody>
      </p:sp>
    </p:spTree>
    <p:extLst>
      <p:ext uri="{BB962C8B-B14F-4D97-AF65-F5344CB8AC3E}">
        <p14:creationId xmlns:p14="http://schemas.microsoft.com/office/powerpoint/2010/main" val="37365330"/>
      </p:ext>
    </p:extLst>
  </p:cSld>
  <p:clrMapOvr>
    <a:masterClrMapping/>
  </p:clrMapOvr>
  <p:transition/>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F0215C-822F-F876-1C36-259EB0C34B85}"/>
              </a:ext>
            </a:extLst>
          </p:cNvPr>
          <p:cNvSpPr>
            <a:spLocks noGrp="1"/>
          </p:cNvSpPr>
          <p:nvPr>
            <p:ph type="body" sz="quarter" idx="10"/>
          </p:nvPr>
        </p:nvSpPr>
        <p:spPr/>
        <p:txBody>
          <a:bodyPr/>
          <a:lstStyle/>
          <a:p>
            <a:r>
              <a:rPr lang="en-GB" dirty="0"/>
              <a:t>Source: Foresight Factory</a:t>
            </a:r>
          </a:p>
        </p:txBody>
      </p:sp>
      <p:sp>
        <p:nvSpPr>
          <p:cNvPr id="3" name="Text Placeholder 2">
            <a:extLst>
              <a:ext uri="{FF2B5EF4-FFF2-40B4-BE49-F238E27FC236}">
                <a16:creationId xmlns:a16="http://schemas.microsoft.com/office/drawing/2014/main" id="{4CDB0723-7D37-E408-C913-18557A83A58F}"/>
              </a:ext>
            </a:extLst>
          </p:cNvPr>
          <p:cNvSpPr>
            <a:spLocks noGrp="1"/>
          </p:cNvSpPr>
          <p:nvPr>
            <p:ph type="body" sz="quarter" idx="12"/>
          </p:nvPr>
        </p:nvSpPr>
        <p:spPr>
          <a:xfrm>
            <a:off x="250825" y="331200"/>
            <a:ext cx="8137525" cy="184666"/>
          </a:xfrm>
        </p:spPr>
        <p:txBody>
          <a:bodyPr/>
          <a:lstStyle/>
          <a:p>
            <a:r>
              <a:rPr lang="en-GB" dirty="0"/>
              <a:t> </a:t>
            </a:r>
          </a:p>
        </p:txBody>
      </p:sp>
      <p:sp>
        <p:nvSpPr>
          <p:cNvPr id="4" name="Text Placeholder 3">
            <a:extLst>
              <a:ext uri="{FF2B5EF4-FFF2-40B4-BE49-F238E27FC236}">
                <a16:creationId xmlns:a16="http://schemas.microsoft.com/office/drawing/2014/main" id="{C32C79AA-F94C-A82F-3324-FC9956A233A7}"/>
              </a:ext>
            </a:extLst>
          </p:cNvPr>
          <p:cNvSpPr>
            <a:spLocks noGrp="1"/>
          </p:cNvSpPr>
          <p:nvPr>
            <p:ph type="body" sz="quarter" idx="13"/>
          </p:nvPr>
        </p:nvSpPr>
        <p:spPr>
          <a:xfrm>
            <a:off x="250824" y="152636"/>
            <a:ext cx="8137526" cy="184666"/>
          </a:xfrm>
        </p:spPr>
        <p:txBody>
          <a:bodyPr/>
          <a:lstStyle/>
          <a:p>
            <a:r>
              <a:rPr lang="en-GB" dirty="0"/>
              <a:t> </a:t>
            </a:r>
          </a:p>
        </p:txBody>
      </p:sp>
      <p:sp>
        <p:nvSpPr>
          <p:cNvPr id="5" name="Text Placeholder 4">
            <a:extLst>
              <a:ext uri="{FF2B5EF4-FFF2-40B4-BE49-F238E27FC236}">
                <a16:creationId xmlns:a16="http://schemas.microsoft.com/office/drawing/2014/main" id="{5A2A17F5-BDB6-3277-82F6-DE5BCCE429BF}"/>
              </a:ext>
            </a:extLst>
          </p:cNvPr>
          <p:cNvSpPr>
            <a:spLocks noGrp="1"/>
          </p:cNvSpPr>
          <p:nvPr>
            <p:ph type="body" sz="quarter" idx="11"/>
          </p:nvPr>
        </p:nvSpPr>
        <p:spPr/>
        <p:txBody>
          <a:bodyPr/>
          <a:lstStyle/>
          <a:p>
            <a:pPr marL="228600" indent="-228600">
              <a:buSzPct val="100000"/>
              <a:buFont typeface="+mj-lt"/>
              <a:buAutoNum type="arabicPeriod" startAt="4"/>
            </a:pPr>
            <a:r>
              <a:rPr lang="en-GB" sz="1200" b="1" dirty="0">
                <a:hlinkClick r:id="rId3"/>
              </a:rPr>
              <a:t>Cashless Society</a:t>
            </a:r>
            <a:r>
              <a:rPr lang="en-GB" sz="1200" dirty="0"/>
              <a:t>: </a:t>
            </a:r>
            <a:r>
              <a:rPr lang="en-GB" sz="1200" i="0" dirty="0">
                <a:effectLst/>
                <a:latin typeface="Georgia" panose="02040502050405020303" pitchFamily="18" charset="0"/>
              </a:rPr>
              <a:t>Contactless, digital and biometric innovations transform payments (x 0.247, y -4.560)</a:t>
            </a:r>
            <a:endParaRPr lang="en-GB" sz="1200" dirty="0"/>
          </a:p>
          <a:p>
            <a:pPr marL="228600" indent="-228600">
              <a:buSzPct val="100000"/>
              <a:buFont typeface="+mj-lt"/>
              <a:buAutoNum type="arabicPeriod" startAt="4"/>
            </a:pPr>
            <a:r>
              <a:rPr lang="en-GB" sz="1200" b="1" u="sng" dirty="0">
                <a:solidFill>
                  <a:schemeClr val="bg2"/>
                </a:solidFill>
              </a:rPr>
              <a:t>Gender Unbound</a:t>
            </a:r>
            <a:r>
              <a:rPr lang="en-GB" sz="1200" dirty="0"/>
              <a:t>: Renouncing traditional notions of gender and sex in favour of freedom and flexibility</a:t>
            </a:r>
          </a:p>
          <a:p>
            <a:pPr marL="228600" indent="-228600">
              <a:buSzPct val="100000"/>
              <a:buFont typeface="+mj-lt"/>
              <a:buAutoNum type="arabicPeriod" startAt="4"/>
            </a:pPr>
            <a:r>
              <a:rPr lang="en-GB" sz="1200" b="1" u="sng" dirty="0">
                <a:solidFill>
                  <a:schemeClr val="bg2"/>
                </a:solidFill>
              </a:rPr>
              <a:t>Choice Partners</a:t>
            </a:r>
            <a:r>
              <a:rPr lang="en-GB" sz="1200" dirty="0"/>
              <a:t>: </a:t>
            </a:r>
            <a:r>
              <a:rPr lang="en-GB" sz="1200" i="0" dirty="0">
                <a:effectLst/>
                <a:latin typeface="Georgia" panose="02040502050405020303" pitchFamily="18" charset="0"/>
              </a:rPr>
              <a:t>Looking to brands, platforms and trusted voices for decision-making shortcuts</a:t>
            </a:r>
            <a:endParaRPr lang="en-GB" sz="1200" dirty="0"/>
          </a:p>
          <a:p>
            <a:pPr marL="228600" indent="-228600">
              <a:buSzPct val="100000"/>
              <a:buFont typeface="+mj-lt"/>
              <a:buAutoNum type="arabicPeriod" startAt="4"/>
            </a:pPr>
            <a:r>
              <a:rPr lang="en-GB" sz="1200" b="1" u="sng" dirty="0">
                <a:solidFill>
                  <a:schemeClr val="bg2"/>
                </a:solidFill>
              </a:rPr>
              <a:t>Flexible Loyalty</a:t>
            </a:r>
            <a:r>
              <a:rPr lang="en-GB" sz="1200" dirty="0"/>
              <a:t>: </a:t>
            </a:r>
            <a:r>
              <a:rPr lang="en-GB" sz="1200" i="0" dirty="0">
                <a:effectLst/>
                <a:latin typeface="Georgia" panose="02040502050405020303" pitchFamily="18" charset="0"/>
              </a:rPr>
              <a:t>Valuing low-commitment and flexible relationships with brands​</a:t>
            </a:r>
          </a:p>
          <a:p>
            <a:pPr marL="228600" indent="-228600">
              <a:buSzPct val="100000"/>
              <a:buFont typeface="+mj-lt"/>
              <a:buAutoNum type="arabicPeriod" startAt="4"/>
            </a:pPr>
            <a:r>
              <a:rPr lang="en-GB" sz="1200" b="1" u="sng" dirty="0">
                <a:solidFill>
                  <a:schemeClr val="bg2"/>
                </a:solidFill>
                <a:latin typeface="Georgia" panose="02040502050405020303" pitchFamily="18" charset="0"/>
              </a:rPr>
              <a:t>The Great Indoors</a:t>
            </a:r>
            <a:r>
              <a:rPr lang="en-GB" sz="1200" dirty="0">
                <a:latin typeface="Georgia" panose="02040502050405020303" pitchFamily="18" charset="0"/>
              </a:rPr>
              <a:t>:</a:t>
            </a:r>
            <a:r>
              <a:rPr lang="en-GB" sz="1200" b="1" dirty="0">
                <a:latin typeface="Georgia" panose="02040502050405020303" pitchFamily="18" charset="0"/>
              </a:rPr>
              <a:t> </a:t>
            </a:r>
            <a:r>
              <a:rPr lang="en-GB" sz="1200" i="0" dirty="0">
                <a:effectLst/>
                <a:latin typeface="Georgia" panose="02040502050405020303" pitchFamily="18" charset="0"/>
              </a:rPr>
              <a:t>Wanting to spend time in the sanctuary of the home space​</a:t>
            </a:r>
            <a:endParaRPr lang="en-GB" sz="1200" dirty="0"/>
          </a:p>
          <a:p>
            <a:pPr marL="228600" indent="-228600">
              <a:buSzPct val="100000"/>
              <a:buFont typeface="+mj-lt"/>
              <a:buAutoNum type="arabicPeriod" startAt="4"/>
            </a:pPr>
            <a:r>
              <a:rPr lang="en-GB" sz="1200" b="1" u="sng" dirty="0">
                <a:solidFill>
                  <a:schemeClr val="bg2"/>
                </a:solidFill>
              </a:rPr>
              <a:t>War on Waste</a:t>
            </a:r>
            <a:r>
              <a:rPr lang="en-GB" sz="1200" dirty="0"/>
              <a:t>: </a:t>
            </a:r>
            <a:r>
              <a:rPr lang="en-GB" sz="1200" i="0" dirty="0">
                <a:effectLst/>
                <a:latin typeface="Georgia" panose="02040502050405020303" pitchFamily="18" charset="0"/>
              </a:rPr>
              <a:t>Reducing, reusing, recycling and repairing in a bid to combat throwaway culture​</a:t>
            </a:r>
          </a:p>
          <a:p>
            <a:pPr marL="228600" indent="-228600">
              <a:buSzPct val="100000"/>
              <a:buFont typeface="+mj-lt"/>
              <a:buAutoNum type="arabicPeriod" startAt="4"/>
            </a:pPr>
            <a:r>
              <a:rPr lang="en-GB" sz="1200" b="1" u="sng" dirty="0">
                <a:solidFill>
                  <a:schemeClr val="bg2"/>
                </a:solidFill>
              </a:rPr>
              <a:t> War on Waste</a:t>
            </a:r>
            <a:r>
              <a:rPr lang="en-GB" sz="1200" dirty="0"/>
              <a:t>: </a:t>
            </a:r>
            <a:r>
              <a:rPr lang="en-GB" sz="1200" i="0" dirty="0">
                <a:effectLst/>
                <a:latin typeface="Georgia" panose="02040502050405020303" pitchFamily="18" charset="0"/>
              </a:rPr>
              <a:t>Reducing, reusing, recycling and repairing in a bid to combat throwaway culture​</a:t>
            </a:r>
          </a:p>
          <a:p>
            <a:endParaRPr lang="en-GB" sz="1200" dirty="0"/>
          </a:p>
        </p:txBody>
      </p:sp>
      <p:sp>
        <p:nvSpPr>
          <p:cNvPr id="6" name="Text Placeholder 5">
            <a:extLst>
              <a:ext uri="{FF2B5EF4-FFF2-40B4-BE49-F238E27FC236}">
                <a16:creationId xmlns:a16="http://schemas.microsoft.com/office/drawing/2014/main" id="{C5C57BBF-B909-8524-F33B-7849E8E09B7A}"/>
              </a:ext>
            </a:extLst>
          </p:cNvPr>
          <p:cNvSpPr>
            <a:spLocks noGrp="1"/>
          </p:cNvSpPr>
          <p:nvPr>
            <p:ph type="body" sz="quarter" idx="14"/>
          </p:nvPr>
        </p:nvSpPr>
        <p:spPr/>
        <p:txBody>
          <a:bodyPr/>
          <a:lstStyle/>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none" strike="noStrike" kern="1200" cap="none" spc="0" normalizeH="0" baseline="0" noProof="0" dirty="0">
                <a:ln>
                  <a:noFill/>
                </a:ln>
                <a:solidFill>
                  <a:srgbClr val="29005A"/>
                </a:solidFill>
                <a:effectLst/>
                <a:uLnTx/>
                <a:uFillTx/>
                <a:latin typeface="Georgia"/>
                <a:ea typeface="+mj-ea"/>
                <a:cs typeface="+mj-cs"/>
                <a:sym typeface="Helvetica Neue"/>
                <a:hlinkClick r:id="rId3"/>
              </a:rPr>
              <a:t>Cashless Society</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Contactless, digital and biometric innovations transform payments</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Gender Unbound</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Renouncing traditional notions of gender and sex in favour of freedom and flexibility</a:t>
            </a: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Choice Partners</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Looking to brands, platforms and trusted voices for decision-making shortcuts</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Flexible Loyalty</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Valuing low-commitment and flexible relationships with brands​</a:t>
            </a: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sng" strike="noStrike" kern="1200" cap="none" spc="0" normalizeH="0" baseline="0" noProof="0" dirty="0">
                <a:ln>
                  <a:noFill/>
                </a:ln>
                <a:solidFill>
                  <a:srgbClr val="5E00E6"/>
                </a:solidFill>
                <a:effectLst/>
                <a:uLnTx/>
                <a:uFillTx/>
                <a:latin typeface="Georgia" panose="02040502050405020303" pitchFamily="18" charset="0"/>
                <a:ea typeface="+mj-ea"/>
                <a:cs typeface="+mj-cs"/>
                <a:sym typeface="Helvetica Neue"/>
              </a:rPr>
              <a:t> The Great Indoors</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a:t>
            </a:r>
            <a:r>
              <a:rPr kumimoji="0" lang="en-GB" sz="1200" b="1"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Wanting to spend time in the sanctuary of the home space​</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War on Waste</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Reducing, reusing, recycling and repairing in a bid to combat throwaway culture​</a:t>
            </a:r>
            <a:endParaRPr lang="en-GB" sz="1200" dirty="0">
              <a:solidFill>
                <a:srgbClr val="29005A"/>
              </a:solidFill>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1"/>
              <a:tabLst/>
              <a:defRPr/>
            </a:pPr>
            <a:r>
              <a:rPr kumimoji="0" lang="en-GB" sz="1200" b="1" i="0" u="sng" strike="noStrike" kern="1200" cap="none" spc="0" normalizeH="0" baseline="0" noProof="0" dirty="0">
                <a:ln>
                  <a:noFill/>
                </a:ln>
                <a:solidFill>
                  <a:srgbClr val="5E00E6"/>
                </a:solidFill>
                <a:effectLst/>
                <a:uLnTx/>
                <a:uFillTx/>
                <a:latin typeface="Georgia" panose="02040502050405020303" pitchFamily="18" charset="0"/>
                <a:ea typeface="+mj-ea"/>
                <a:cs typeface="+mj-cs"/>
                <a:sym typeface="Helvetica Neue"/>
              </a:rPr>
              <a:t> The Great Indoors</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a:t>
            </a:r>
            <a:r>
              <a:rPr kumimoji="0" lang="en-GB" sz="1200" b="1"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Wanting to spend time in the sanctuary of the home space​</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endParaRPr lang="en-GB" sz="1200" dirty="0"/>
          </a:p>
        </p:txBody>
      </p:sp>
      <p:sp>
        <p:nvSpPr>
          <p:cNvPr id="7" name="Text Placeholder 6">
            <a:extLst>
              <a:ext uri="{FF2B5EF4-FFF2-40B4-BE49-F238E27FC236}">
                <a16:creationId xmlns:a16="http://schemas.microsoft.com/office/drawing/2014/main" id="{B0084A83-ACC5-D834-F756-EB0AB9077082}"/>
              </a:ext>
            </a:extLst>
          </p:cNvPr>
          <p:cNvSpPr>
            <a:spLocks noGrp="1"/>
          </p:cNvSpPr>
          <p:nvPr>
            <p:ph type="body" sz="quarter" idx="15"/>
          </p:nvPr>
        </p:nvSpPr>
        <p:spPr/>
        <p:txBody>
          <a:bodyPr/>
          <a:lstStyle/>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kumimoji="0" lang="en-GB" sz="1200" b="1" i="0" u="none" strike="noStrike" kern="1200" cap="none" spc="0" normalizeH="0" baseline="0" noProof="0" dirty="0">
                <a:ln>
                  <a:noFill/>
                </a:ln>
                <a:solidFill>
                  <a:srgbClr val="29005A"/>
                </a:solidFill>
                <a:effectLst/>
                <a:uLnTx/>
                <a:uFillTx/>
                <a:latin typeface="Georgia"/>
                <a:ea typeface="+mj-ea"/>
                <a:cs typeface="+mj-cs"/>
                <a:sym typeface="Helvetica Neue"/>
                <a:hlinkClick r:id="rId3"/>
              </a:rPr>
              <a:t> Cashless Society</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Contactless, digital and biometric innovations transform payments</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Gender Unbound</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Renouncing traditional notions of gender and sex in favour of freedom and flexibility</a:t>
            </a: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Choice Partners</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Looking to brands, platforms and trusted voices for decision-making shortcuts</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lang="en-GB" sz="1200" dirty="0">
                <a:solidFill>
                  <a:srgbClr val="29005A"/>
                </a:solidFill>
                <a:latin typeface="Georgia"/>
                <a:ea typeface="+mj-ea"/>
                <a:cs typeface="+mj-cs"/>
                <a:sym typeface="Helvetica Neue"/>
              </a:rPr>
              <a:t> </a:t>
            </a: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Flexible Loyalty</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Valuing low-commitment and flexible relationships with brands​</a:t>
            </a: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kumimoji="0" lang="en-GB" sz="1200" b="1" i="0" u="sng" strike="noStrike" kern="1200" cap="none" spc="0" normalizeH="0" baseline="0" noProof="0" dirty="0">
                <a:ln>
                  <a:noFill/>
                </a:ln>
                <a:solidFill>
                  <a:srgbClr val="5E00E6"/>
                </a:solidFill>
                <a:effectLst/>
                <a:uLnTx/>
                <a:uFillTx/>
                <a:latin typeface="Georgia" panose="02040502050405020303" pitchFamily="18" charset="0"/>
                <a:ea typeface="+mj-ea"/>
                <a:cs typeface="+mj-cs"/>
                <a:sym typeface="Helvetica Neue"/>
              </a:rPr>
              <a:t> The Great Indoors</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a:t>
            </a:r>
            <a:r>
              <a:rPr kumimoji="0" lang="en-GB" sz="1200" b="1"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Wanting to spend time in the sanctuary of the home space​</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pPr marL="228600" marR="0" lvl="0" indent="-228600" algn="l" defTabSz="308074" rtl="0" eaLnBrk="1" fontAlgn="auto" latinLnBrk="0" hangingPunct="1">
              <a:lnSpc>
                <a:spcPct val="90000"/>
              </a:lnSpc>
              <a:spcBef>
                <a:spcPts val="0"/>
              </a:spcBef>
              <a:spcAft>
                <a:spcPts val="1350"/>
              </a:spcAft>
              <a:buClrTx/>
              <a:buSzPct val="100000"/>
              <a:buFont typeface="+mj-lt"/>
              <a:buAutoNum type="arabicPeriod" startAt="18"/>
              <a:tabLst/>
              <a:defRPr/>
            </a:pPr>
            <a:r>
              <a:rPr kumimoji="0" lang="en-GB" sz="1200" b="1" i="0" u="sng" strike="noStrike" kern="1200" cap="none" spc="0" normalizeH="0" baseline="0" noProof="0" dirty="0">
                <a:ln>
                  <a:noFill/>
                </a:ln>
                <a:solidFill>
                  <a:srgbClr val="5E00E6"/>
                </a:solidFill>
                <a:effectLst/>
                <a:uLnTx/>
                <a:uFillTx/>
                <a:latin typeface="Georgia"/>
                <a:ea typeface="+mj-ea"/>
                <a:cs typeface="+mj-cs"/>
                <a:sym typeface="Helvetica Neue"/>
              </a:rPr>
              <a:t> War on Waste</a:t>
            </a:r>
            <a:r>
              <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Reducing, reusing, recycling and repairing in a bid to combat throwaway culture​</a:t>
            </a:r>
          </a:p>
          <a:p>
            <a:pPr marL="228600" indent="-228600" defTabSz="308074">
              <a:spcAft>
                <a:spcPts val="1350"/>
              </a:spcAft>
              <a:buSzPct val="100000"/>
              <a:buFont typeface="+mj-lt"/>
              <a:buAutoNum type="arabicPeriod" startAt="18"/>
              <a:defRPr/>
            </a:pPr>
            <a:r>
              <a:rPr kumimoji="0" lang="en-GB" sz="1200" b="1" i="0" u="sng" strike="noStrike" kern="1200" cap="none" spc="0" normalizeH="0" baseline="0" noProof="0" dirty="0">
                <a:ln>
                  <a:noFill/>
                </a:ln>
                <a:solidFill>
                  <a:srgbClr val="5E00E6"/>
                </a:solidFill>
                <a:effectLst/>
                <a:uLnTx/>
                <a:uFillTx/>
                <a:latin typeface="Georgia" panose="02040502050405020303" pitchFamily="18" charset="0"/>
                <a:ea typeface="+mj-ea"/>
                <a:cs typeface="+mj-cs"/>
                <a:sym typeface="Helvetica Neue"/>
              </a:rPr>
              <a:t> The Great Indoors</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a:t>
            </a:r>
            <a:r>
              <a:rPr kumimoji="0" lang="en-GB" sz="1200" b="1"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 </a:t>
            </a:r>
            <a:r>
              <a:rPr kumimoji="0" lang="en-GB" sz="1200" b="0" i="0" u="none" strike="noStrike" kern="1200" cap="none" spc="0" normalizeH="0" baseline="0" noProof="0" dirty="0">
                <a:ln>
                  <a:noFill/>
                </a:ln>
                <a:solidFill>
                  <a:srgbClr val="29005A"/>
                </a:solidFill>
                <a:effectLst/>
                <a:uLnTx/>
                <a:uFillTx/>
                <a:latin typeface="Georgia" panose="02040502050405020303" pitchFamily="18" charset="0"/>
                <a:ea typeface="+mj-ea"/>
                <a:cs typeface="+mj-cs"/>
                <a:sym typeface="Helvetica Neue"/>
              </a:rPr>
              <a:t>Wanting to spend time in the sanctuary of the home space​</a:t>
            </a:r>
            <a:endParaRPr kumimoji="0" lang="en-GB" sz="1200" b="0" i="0" u="none" strike="noStrike" kern="1200" cap="none" spc="0" normalizeH="0" baseline="0" noProof="0" dirty="0">
              <a:ln>
                <a:noFill/>
              </a:ln>
              <a:solidFill>
                <a:srgbClr val="29005A"/>
              </a:solidFill>
              <a:effectLst/>
              <a:uLnTx/>
              <a:uFillTx/>
              <a:latin typeface="Georgia"/>
              <a:ea typeface="+mj-ea"/>
              <a:cs typeface="+mj-cs"/>
              <a:sym typeface="Helvetica Neue"/>
            </a:endParaRPr>
          </a:p>
          <a:p>
            <a:endParaRPr lang="en-GB" sz="1200" dirty="0"/>
          </a:p>
        </p:txBody>
      </p:sp>
      <p:sp>
        <p:nvSpPr>
          <p:cNvPr id="8" name="Rectangle 7">
            <a:extLst>
              <a:ext uri="{FF2B5EF4-FFF2-40B4-BE49-F238E27FC236}">
                <a16:creationId xmlns:a16="http://schemas.microsoft.com/office/drawing/2014/main" id="{6978B03C-118E-0E63-41C4-53B24E253C92}"/>
              </a:ext>
            </a:extLst>
          </p:cNvPr>
          <p:cNvSpPr/>
          <p:nvPr/>
        </p:nvSpPr>
        <p:spPr>
          <a:xfrm>
            <a:off x="250825" y="736369"/>
            <a:ext cx="8613781" cy="4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Additional trends</a:t>
            </a: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44927296"/>
      </p:ext>
    </p:extLst>
  </p:cSld>
  <p:clrMapOvr>
    <a:masterClrMapping/>
  </p:clrMapOvr>
  <p:transition/>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85BD27-5E0B-4AF1-82E4-2FCE3C656DF8}"/>
              </a:ext>
            </a:extLst>
          </p:cNvPr>
          <p:cNvSpPr>
            <a:spLocks noGrp="1"/>
          </p:cNvSpPr>
          <p:nvPr>
            <p:ph type="body" sz="quarter" idx="10"/>
          </p:nvPr>
        </p:nvSpPr>
        <p:spPr>
          <a:xfrm>
            <a:off x="250825" y="5270691"/>
            <a:ext cx="8642350" cy="276999"/>
          </a:xfrm>
        </p:spPr>
        <p:txBody>
          <a:bodyPr/>
          <a:lstStyle/>
          <a:p>
            <a:r>
              <a:rPr lang="en-GB" dirty="0">
                <a:hlinkClick r:id="rId2">
                  <a:extLst>
                    <a:ext uri="{A12FA001-AC4F-418D-AE19-62706E023703}">
                      <ahyp:hlinkClr xmlns:ahyp="http://schemas.microsoft.com/office/drawing/2018/hyperlinkcolor" val="tx"/>
                    </a:ext>
                  </a:extLst>
                </a:hlinkClick>
              </a:rPr>
              <a:t>collision-help@foresightfactory.co</a:t>
            </a:r>
            <a:endParaRPr lang="en-GB" dirty="0"/>
          </a:p>
        </p:txBody>
      </p:sp>
    </p:spTree>
    <p:extLst>
      <p:ext uri="{BB962C8B-B14F-4D97-AF65-F5344CB8AC3E}">
        <p14:creationId xmlns:p14="http://schemas.microsoft.com/office/powerpoint/2010/main" val="3566619164"/>
      </p:ext>
    </p:extLst>
  </p:cSld>
  <p:clrMapOvr>
    <a:masterClrMapping/>
  </p:clrMapOvr>
</p:sld>
</file>

<file path=ppt/theme/theme1.xml><?xml version="1.0" encoding="utf-8"?>
<a:theme xmlns:a="http://schemas.openxmlformats.org/drawingml/2006/main" name="FF2018">
  <a:themeElements>
    <a:clrScheme name="FF2020">
      <a:dk1>
        <a:srgbClr val="29005A"/>
      </a:dk1>
      <a:lt1>
        <a:srgbClr val="FFFFFF"/>
      </a:lt1>
      <a:dk2>
        <a:srgbClr val="8A66FF"/>
      </a:dk2>
      <a:lt2>
        <a:srgbClr val="5E00E6"/>
      </a:lt2>
      <a:accent1>
        <a:srgbClr val="FC33FF"/>
      </a:accent1>
      <a:accent2>
        <a:srgbClr val="FF8100"/>
      </a:accent2>
      <a:accent3>
        <a:srgbClr val="AAEE00"/>
      </a:accent3>
      <a:accent4>
        <a:srgbClr val="00BFFF"/>
      </a:accent4>
      <a:accent5>
        <a:srgbClr val="FF002A"/>
      </a:accent5>
      <a:accent6>
        <a:srgbClr val="FFE400"/>
      </a:accent6>
      <a:hlink>
        <a:srgbClr val="5E00E6"/>
      </a:hlink>
      <a:folHlink>
        <a:srgbClr val="5E00E6"/>
      </a:folHlink>
    </a:clrScheme>
    <a:fontScheme name="FF2020">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FF2018">
  <a:themeElements>
    <a:clrScheme name="FF2020">
      <a:dk1>
        <a:srgbClr val="29005A"/>
      </a:dk1>
      <a:lt1>
        <a:srgbClr val="FFFFFF"/>
      </a:lt1>
      <a:dk2>
        <a:srgbClr val="8A66FF"/>
      </a:dk2>
      <a:lt2>
        <a:srgbClr val="5E00E6"/>
      </a:lt2>
      <a:accent1>
        <a:srgbClr val="FC33FF"/>
      </a:accent1>
      <a:accent2>
        <a:srgbClr val="FF8100"/>
      </a:accent2>
      <a:accent3>
        <a:srgbClr val="AAEE00"/>
      </a:accent3>
      <a:accent4>
        <a:srgbClr val="00BFFF"/>
      </a:accent4>
      <a:accent5>
        <a:srgbClr val="FF002A"/>
      </a:accent5>
      <a:accent6>
        <a:srgbClr val="FFE400"/>
      </a:accent6>
      <a:hlink>
        <a:srgbClr val="5E00E6"/>
      </a:hlink>
      <a:folHlink>
        <a:srgbClr val="5E00E6"/>
      </a:folHlink>
    </a:clrScheme>
    <a:fontScheme name="FF2020">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10.xml.rels><?xml version="1.0" encoding="UTF-8" standalone="yes"?>
<Relationships xmlns="http://schemas.openxmlformats.org/package/2006/relationships"><Relationship Id="rId1" Type="http://schemas.openxmlformats.org/officeDocument/2006/relationships/customXmlProperties+xml" Target="itemProps10.xml"/></Relationships>
</file>

<file path=customXml/_rels/item20.xml.rels><?xml version="1.0" encoding="UTF-8" standalone="yes"?>
<Relationships xmlns="http://schemas.openxmlformats.org/package/2006/relationships"><Relationship Id="rId1" Type="http://schemas.openxmlformats.org/officeDocument/2006/relationships/customXmlProperties+xml" Target="itemProps20.xml"/></Relationships>
</file>

<file path=customXml/_rels/item30.xml.rels><?xml version="1.0" encoding="UTF-8" standalone="yes"?>
<Relationships xmlns="http://schemas.openxmlformats.org/package/2006/relationships"><Relationship Id="rId1" Type="http://schemas.openxmlformats.org/officeDocument/2006/relationships/customXmlProperties+xml" Target="itemProps30.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022837DF84764A931E1C025392D5B1" ma:contentTypeVersion="6" ma:contentTypeDescription="Create a new document." ma:contentTypeScope="" ma:versionID="d48f0ff75654a8c9daa1821d8d7e30aa">
  <xsd:schema xmlns:xsd="http://www.w3.org/2001/XMLSchema" xmlns:xs="http://www.w3.org/2001/XMLSchema" xmlns:p="http://schemas.microsoft.com/office/2006/metadata/properties" xmlns:ns2="3b490930-3c1f-4fba-b76f-41f14a0bf04d" xmlns:ns3="f3665719-9148-4567-8544-620e42f5604c" targetNamespace="http://schemas.microsoft.com/office/2006/metadata/properties" ma:root="true" ma:fieldsID="bf65f372fae98436655fc3e0bef72df1" ns2:_="" ns3:_="">
    <xsd:import namespace="3b490930-3c1f-4fba-b76f-41f14a0bf04d"/>
    <xsd:import namespace="f3665719-9148-4567-8544-620e42f560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490930-3c1f-4fba-b76f-41f14a0bf0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65719-9148-4567-8544-620e42f5604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10.xml><?xml version="1.0" encoding="utf-8"?>
<ct:contentTypeSchema xmlns:ct="http://schemas.microsoft.com/office/2006/metadata/contentType" xmlns:ma="http://schemas.microsoft.com/office/2006/metadata/properties/metaAttributes" ct:_="" ma:_="" ma:contentTypeName="Document" ma:contentTypeID="0x01010031D6908C9706DC43861724EF3F858898" ma:contentTypeVersion="0" ma:contentTypeDescription="Create a new document." ma:contentTypeScope="" ma:versionID="39b2408c7959e603139a5c954a71cf55">
  <xsd:schema xmlns:xsd="http://www.w3.org/2001/XMLSchema" xmlns:p="http://schemas.microsoft.com/office/2006/metadata/properties" targetNamespace="http://schemas.microsoft.com/office/2006/metadata/properties" ma:root="true" ma:fieldsID="2d9ac0e344db50f433fcb122b5d6bd0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0.xml><?xml version="1.0" encoding="utf-8"?>
<?mso-contentType ?>
<FormTemplates xmlns="http://schemas.microsoft.com/sharepoint/v3/contenttype/forms">
  <Display>DocumentLibraryForm</Display>
  <Edit>DocumentLibraryForm</Edit>
  <New>DocumentLibraryForm</New>
</FormTemplates>
</file>

<file path=customXml/item30.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CF0C796-237F-4621-8028-B73B165292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490930-3c1f-4fba-b76f-41f14a0bf04d"/>
    <ds:schemaRef ds:uri="f3665719-9148-4567-8544-620e42f560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6151A75-30DA-459B-A3A7-026B81C69A4F}">
  <ds:schemaRefs>
    <ds:schemaRef ds:uri="http://schemas.microsoft.com/sharepoint/v3/contenttype/forms"/>
  </ds:schemaRefs>
</ds:datastoreItem>
</file>

<file path=customXml/itemProps3.xml><?xml version="1.0" encoding="utf-8"?>
<ds:datastoreItem xmlns:ds="http://schemas.openxmlformats.org/officeDocument/2006/customXml" ds:itemID="{6C394B90-E0E6-4D87-A356-EE276811A13F}">
  <ds:schemaRefs>
    <ds:schemaRef ds:uri="http://schemas.microsoft.com/office/2006/documentManagement/types"/>
    <ds:schemaRef ds:uri="http://www.w3.org/XML/1998/namespace"/>
    <ds:schemaRef ds:uri="http://schemas.microsoft.com/office/2006/metadata/properties"/>
    <ds:schemaRef ds:uri="3b490930-3c1f-4fba-b76f-41f14a0bf04d"/>
    <ds:schemaRef ds:uri="http://purl.org/dc/terms/"/>
    <ds:schemaRef ds:uri="http://schemas.microsoft.com/office/infopath/2007/PartnerControls"/>
    <ds:schemaRef ds:uri="http://schemas.openxmlformats.org/package/2006/metadata/core-properties"/>
    <ds:schemaRef ds:uri="f3665719-9148-4567-8544-620e42f5604c"/>
    <ds:schemaRef ds:uri="http://purl.org/dc/dcmitype/"/>
    <ds:schemaRef ds:uri="http://purl.org/dc/elements/1.1/"/>
  </ds:schemaRefs>
</ds:datastoreItem>
</file>

<file path=customXml/itemProps10.xml><?xml version="1.0" encoding="utf-8"?>
<ds:datastoreItem xmlns:ds="http://schemas.openxmlformats.org/officeDocument/2006/customXml" ds:itemID="{48A7ADD2-AB10-4C60-B92D-060600F19D22}"/>
</file>

<file path=customXml/itemProps20.xml><?xml version="1.0" encoding="utf-8"?>
<ds:datastoreItem xmlns:ds="http://schemas.openxmlformats.org/officeDocument/2006/customXml" ds:itemID="{26FDDF5E-95BB-4F0C-9B00-5DBD3E936F11}"/>
</file>

<file path=customXml/itemProps30.xml><?xml version="1.0" encoding="utf-8"?>
<ds:datastoreItem xmlns:ds="http://schemas.openxmlformats.org/officeDocument/2006/customXml" ds:itemID="{19644EB1-8D84-456E-BE2A-FAD74A2F570B}"/>
</file>

<file path=docProps/app.xml><?xml version="1.0" encoding="utf-8"?>
<Properties xmlns="http://schemas.openxmlformats.org/officeDocument/2006/extended-properties" xmlns:vt="http://schemas.openxmlformats.org/officeDocument/2006/docPropsVTypes">
  <TotalTime>813</TotalTime>
  <Words>2037</Words>
  <Application>Microsoft Office PowerPoint</Application>
  <PresentationFormat>On-screen Show (4:3)</PresentationFormat>
  <Paragraphs>93</Paragraphs>
  <Slides>18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Georgia</vt:lpstr>
      <vt:lpstr>Wingdings 3</vt:lpstr>
      <vt:lpstr>FF2018</vt:lpstr>
      <vt:lpstr>1_FF2018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Quantify Me?</vt:lpstr>
      <vt:lpstr>What this means for: Loyalty</vt:lpstr>
      <vt:lpstr>PowerPoint Presentation</vt:lpstr>
      <vt:lpstr>What is War on Waste?</vt:lpstr>
      <vt:lpstr>What this means for: Loyalty</vt:lpstr>
      <vt:lpstr>PowerPoint Presentation</vt:lpstr>
      <vt:lpstr>What is Cashless Society?</vt:lpstr>
      <vt:lpstr>What this means for: Loyalty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Collision</dc:title>
  <dc:creator>Foresight Factory</dc:creator>
  <cp:lastModifiedBy>Emily Cullen</cp:lastModifiedBy>
  <cp:revision>84</cp:revision>
  <dcterms:created xsi:type="dcterms:W3CDTF">2022-07-06T10:01:49Z</dcterms:created>
  <dcterms:modified xsi:type="dcterms:W3CDTF">2022-07-07T14:06:56Z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0x010100E1022837DF84764A931E1C025392D5B1</vt:lpwstr>
  </property>
</Properties>
</file>